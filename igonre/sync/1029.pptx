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37"/>
        <p:guide pos="383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image" Target="../media/image2.png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5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image" Target="../media/image4.png"/><Relationship Id="rId3" Type="http://schemas.openxmlformats.org/officeDocument/2006/relationships/tags" Target="../tags/tag17.xml"/><Relationship Id="rId2" Type="http://schemas.openxmlformats.org/officeDocument/2006/relationships/image" Target="../media/image3.png"/><Relationship Id="rId1" Type="http://schemas.openxmlformats.org/officeDocument/2006/relationships/tags" Target="../tags/tag1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40.xml"/><Relationship Id="rId20" Type="http://schemas.openxmlformats.org/officeDocument/2006/relationships/tags" Target="../tags/tag39.xml"/><Relationship Id="rId2" Type="http://schemas.openxmlformats.org/officeDocument/2006/relationships/tags" Target="../tags/tag21.xml"/><Relationship Id="rId19" Type="http://schemas.openxmlformats.org/officeDocument/2006/relationships/tags" Target="../tags/tag38.xml"/><Relationship Id="rId18" Type="http://schemas.openxmlformats.org/officeDocument/2006/relationships/tags" Target="../tags/tag37.xml"/><Relationship Id="rId17" Type="http://schemas.openxmlformats.org/officeDocument/2006/relationships/tags" Target="../tags/tag36.xml"/><Relationship Id="rId16" Type="http://schemas.openxmlformats.org/officeDocument/2006/relationships/tags" Target="../tags/tag35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tags" Target="../tags/tag20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43.xml"/><Relationship Id="rId4" Type="http://schemas.openxmlformats.org/officeDocument/2006/relationships/image" Target="../media/image6.png"/><Relationship Id="rId3" Type="http://schemas.openxmlformats.org/officeDocument/2006/relationships/tags" Target="../tags/tag42.xml"/><Relationship Id="rId2" Type="http://schemas.openxmlformats.org/officeDocument/2006/relationships/image" Target="../media/image5.png"/><Relationship Id="rId1" Type="http://schemas.openxmlformats.org/officeDocument/2006/relationships/tags" Target="../tags/tag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16330" y="5473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Env-Build-up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1116330" y="109537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1.Codebase build </a:t>
            </a:r>
            <a:r>
              <a:rPr lang="en-US" altLang="zh-CN"/>
              <a:t>up</a:t>
            </a:r>
            <a:endParaRPr lang="en-US" altLang="zh-CN"/>
          </a:p>
          <a:p>
            <a:r>
              <a:rPr lang="en-US" altLang="zh-CN"/>
              <a:t>2. api build </a:t>
            </a:r>
            <a:r>
              <a:rPr lang="en-US" altLang="zh-CN"/>
              <a:t>up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99440" y="4165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Baselines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599440" y="1591945"/>
            <a:ext cx="2531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Swe-Rebench(NIPS25)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99440" y="1016635"/>
            <a:ext cx="2401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Paper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3130550" y="10166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Method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3235325" y="1616710"/>
            <a:ext cx="46672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1.LLM scanning </a:t>
            </a:r>
            <a:r>
              <a:rPr lang="en-US" altLang="zh-CN"/>
              <a:t>all the building related files </a:t>
            </a:r>
            <a:endParaRPr lang="en-US" altLang="zh-CN"/>
          </a:p>
          <a:p>
            <a:r>
              <a:rPr lang="en-US" altLang="zh-CN"/>
              <a:t>2.LLM produce three jsons</a:t>
            </a:r>
            <a:endParaRPr lang="en-US" altLang="zh-CN"/>
          </a:p>
          <a:p>
            <a:r>
              <a:rPr lang="en-US" altLang="zh-CN"/>
              <a:t>3.validate and recycle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8128000" y="10306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Metric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8128000" y="16167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31% successful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599440" y="3045460"/>
            <a:ext cx="784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GSO</a:t>
            </a:r>
            <a:endParaRPr lang="en-US" altLang="zh-CN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409315" y="3676650"/>
            <a:ext cx="3785235" cy="295275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235325" y="30454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No </a:t>
            </a:r>
            <a:r>
              <a:rPr lang="en-US" altLang="zh-CN"/>
              <a:t>details</a:t>
            </a:r>
            <a:endParaRPr lang="en-US" altLang="zh-CN"/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8128000" y="31724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No </a:t>
            </a:r>
            <a:r>
              <a:rPr lang="en-US" altLang="zh-CN"/>
              <a:t>details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99440" y="4165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Baselines</a:t>
            </a:r>
            <a:endParaRPr lang="en-US" altLang="zh-CN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599440" y="1016635"/>
            <a:ext cx="2401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Paper</a:t>
            </a:r>
            <a:endParaRPr lang="en-US" altLang="zh-CN"/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3130550" y="10166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Method</a:t>
            </a:r>
            <a:endParaRPr lang="en-US" altLang="zh-CN"/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8128000" y="10306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Metric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8128000" y="181038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retain 898</a:t>
            </a:r>
            <a:r>
              <a:rPr lang="en-US" altLang="zh-CN"/>
              <a:t>(81%)</a:t>
            </a:r>
            <a:r>
              <a:rPr lang="zh-CN" altLang="en-US"/>
              <a:t> instances as candidates.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99440" y="1810385"/>
            <a:ext cx="1740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Sec-Bench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3130550" y="181038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OSS-Fuzz </a:t>
            </a:r>
            <a:r>
              <a:rPr lang="en-US" altLang="zh-CN"/>
              <a:t>template</a:t>
            </a:r>
            <a:endParaRPr lang="en-US" altLang="zh-CN"/>
          </a:p>
          <a:p>
            <a:r>
              <a:rPr lang="en-US" altLang="zh-CN"/>
              <a:t>+SecBench test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599440" y="3306445"/>
            <a:ext cx="1476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Swe-Smith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3130550" y="3333750"/>
            <a:ext cx="4064000" cy="455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Swe-Agent</a:t>
            </a:r>
            <a:endParaRPr lang="en-US" altLang="zh-CN"/>
          </a:p>
          <a:p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8249285" y="314452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No details</a:t>
            </a:r>
            <a:endParaRPr lang="en-US" altLang="zh-CN"/>
          </a:p>
          <a:p>
            <a:r>
              <a:rPr lang="en-US" altLang="zh-CN"/>
              <a:t>filter only 80% test pass</a:t>
            </a:r>
            <a:endParaRPr lang="en-US" altLang="zh-CN"/>
          </a:p>
        </p:txBody>
      </p:sp>
      <p:cxnSp>
        <p:nvCxnSpPr>
          <p:cNvPr id="19" name="直接连接符 18"/>
          <p:cNvCxnSpPr/>
          <p:nvPr/>
        </p:nvCxnSpPr>
        <p:spPr>
          <a:xfrm flipH="1">
            <a:off x="762635" y="4172585"/>
            <a:ext cx="110553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599440" y="4667885"/>
            <a:ext cx="1557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EnvAgent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3049905" y="4670425"/>
            <a:ext cx="4064000" cy="1205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1.Scan Repo</a:t>
            </a:r>
            <a:endParaRPr lang="en-US" altLang="zh-CN"/>
          </a:p>
          <a:p>
            <a:r>
              <a:rPr lang="en-US" altLang="zh-CN"/>
              <a:t>2.Check hardware</a:t>
            </a:r>
            <a:endParaRPr lang="en-US" altLang="zh-CN"/>
          </a:p>
          <a:p>
            <a:r>
              <a:rPr lang="en-US" altLang="zh-CN"/>
              <a:t>3.Make plans</a:t>
            </a:r>
            <a:endParaRPr lang="en-US" altLang="zh-CN"/>
          </a:p>
          <a:p>
            <a:r>
              <a:rPr lang="en-US" altLang="zh-CN"/>
              <a:t>4.Step by step build and eval</a:t>
            </a:r>
            <a:endParaRPr lang="en-US" altLang="zh-CN"/>
          </a:p>
          <a:p>
            <a:endParaRPr lang="en-US" altLang="zh-CN"/>
          </a:p>
        </p:txBody>
      </p:sp>
      <p:sp>
        <p:nvSpPr>
          <p:cNvPr id="22" name="文本框 21"/>
          <p:cNvSpPr txBox="1"/>
          <p:nvPr/>
        </p:nvSpPr>
        <p:spPr>
          <a:xfrm>
            <a:off x="8249285" y="51758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49/54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502150" y="4406265"/>
            <a:ext cx="3643630" cy="244538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 flipV="1">
            <a:off x="4502150" y="4406900"/>
            <a:ext cx="3519805" cy="539115"/>
          </a:xfrm>
          <a:prstGeom prst="rect">
            <a:avLst/>
          </a:prstGeom>
          <a:solidFill>
            <a:schemeClr val="tx1">
              <a:lumMod val="75000"/>
              <a:lumOff val="25000"/>
              <a:alpha val="69000"/>
            </a:schemeClr>
          </a:solidFill>
          <a:ln w="12700" cap="flat" cmpd="sng">
            <a:solidFill>
              <a:schemeClr val="accent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4502150" y="4400550"/>
            <a:ext cx="3505835" cy="5454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4542155" y="6032500"/>
            <a:ext cx="3465830" cy="819150"/>
          </a:xfrm>
          <a:prstGeom prst="rect">
            <a:avLst/>
          </a:prstGeom>
          <a:solidFill>
            <a:schemeClr val="tx1">
              <a:lumMod val="75000"/>
              <a:lumOff val="25000"/>
              <a:alpha val="69000"/>
            </a:schemeClr>
          </a:solidFill>
          <a:ln w="12700" cap="flat" cmpd="sng">
            <a:solidFill>
              <a:schemeClr val="accent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>
            <p:custDataLst>
              <p:tags r:id="rId4"/>
            </p:custDataLst>
          </p:nvPr>
        </p:nvCxnSpPr>
        <p:spPr>
          <a:xfrm flipV="1">
            <a:off x="4542155" y="6040120"/>
            <a:ext cx="3465830" cy="81153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51510" y="40386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codebase build up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651510" y="1006475"/>
            <a:ext cx="1612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api build up</a:t>
            </a:r>
            <a:endParaRPr lang="en-US" altLang="zh-CN"/>
          </a:p>
        </p:txBody>
      </p:sp>
      <p:sp>
        <p:nvSpPr>
          <p:cNvPr id="12" name="圆角矩形 11"/>
          <p:cNvSpPr/>
          <p:nvPr/>
        </p:nvSpPr>
        <p:spPr>
          <a:xfrm>
            <a:off x="2201545" y="1245870"/>
            <a:ext cx="1936750" cy="50736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scan ai interface</a:t>
            </a:r>
            <a:endParaRPr lang="en-US" altLang="zh-CN"/>
          </a:p>
        </p:txBody>
      </p:sp>
      <p:sp>
        <p:nvSpPr>
          <p:cNvPr id="14" name="燕尾形箭头 13"/>
          <p:cNvSpPr/>
          <p:nvPr/>
        </p:nvSpPr>
        <p:spPr>
          <a:xfrm>
            <a:off x="4246880" y="1366520"/>
            <a:ext cx="419735" cy="271145"/>
          </a:xfrm>
          <a:prstGeom prst="notched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>
            <p:custDataLst>
              <p:tags r:id="rId5"/>
            </p:custDataLst>
          </p:nvPr>
        </p:nvSpPr>
        <p:spPr>
          <a:xfrm>
            <a:off x="8432165" y="339725"/>
            <a:ext cx="2355850" cy="50736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mock integrated api</a:t>
            </a:r>
            <a:endParaRPr lang="en-US" altLang="zh-CN"/>
          </a:p>
        </p:txBody>
      </p:sp>
      <p:sp>
        <p:nvSpPr>
          <p:cNvPr id="16" name="圆角矩形 15"/>
          <p:cNvSpPr/>
          <p:nvPr>
            <p:custDataLst>
              <p:tags r:id="rId6"/>
            </p:custDataLst>
          </p:nvPr>
        </p:nvSpPr>
        <p:spPr>
          <a:xfrm>
            <a:off x="4844415" y="1130300"/>
            <a:ext cx="2882900" cy="50736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interface requirements</a:t>
            </a:r>
            <a:endParaRPr lang="en-US" altLang="zh-CN"/>
          </a:p>
        </p:txBody>
      </p:sp>
      <p:sp>
        <p:nvSpPr>
          <p:cNvPr id="20" name="圆角矩形 19"/>
          <p:cNvSpPr/>
          <p:nvPr>
            <p:custDataLst>
              <p:tags r:id="rId7"/>
            </p:custDataLst>
          </p:nvPr>
        </p:nvSpPr>
        <p:spPr>
          <a:xfrm>
            <a:off x="4844415" y="1764665"/>
            <a:ext cx="2882900" cy="50736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environment variable</a:t>
            </a:r>
            <a:endParaRPr lang="en-US" altLang="zh-CN"/>
          </a:p>
        </p:txBody>
      </p:sp>
      <p:sp>
        <p:nvSpPr>
          <p:cNvPr id="21" name="燕尾形箭头 20"/>
          <p:cNvSpPr/>
          <p:nvPr>
            <p:custDataLst>
              <p:tags r:id="rId8"/>
            </p:custDataLst>
          </p:nvPr>
        </p:nvSpPr>
        <p:spPr>
          <a:xfrm rot="1560000">
            <a:off x="7870190" y="2032000"/>
            <a:ext cx="419735" cy="271145"/>
          </a:xfrm>
          <a:prstGeom prst="notched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>
            <p:custDataLst>
              <p:tags r:id="rId9"/>
            </p:custDataLst>
          </p:nvPr>
        </p:nvSpPr>
        <p:spPr>
          <a:xfrm>
            <a:off x="8432165" y="2272030"/>
            <a:ext cx="2206625" cy="7067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integrated api variable pool</a:t>
            </a:r>
            <a:endParaRPr lang="en-US" altLang="zh-CN"/>
          </a:p>
        </p:txBody>
      </p:sp>
      <p:sp>
        <p:nvSpPr>
          <p:cNvPr id="27" name="燕尾形箭头 26"/>
          <p:cNvSpPr/>
          <p:nvPr>
            <p:custDataLst>
              <p:tags r:id="rId10"/>
            </p:custDataLst>
          </p:nvPr>
        </p:nvSpPr>
        <p:spPr>
          <a:xfrm rot="19440000">
            <a:off x="7868285" y="761365"/>
            <a:ext cx="419735" cy="271145"/>
          </a:xfrm>
          <a:prstGeom prst="notched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/>
        </p:nvSpPr>
        <p:spPr>
          <a:xfrm>
            <a:off x="7505065" y="1622425"/>
            <a:ext cx="3797935" cy="3404870"/>
          </a:xfrm>
          <a:custGeom>
            <a:avLst/>
            <a:gdLst>
              <a:gd name="connisteX0" fmla="*/ 3253740 w 3797652"/>
              <a:gd name="connsiteY0" fmla="*/ 3814 h 3405003"/>
              <a:gd name="connisteX1" fmla="*/ 3321685 w 3797652"/>
              <a:gd name="connsiteY1" fmla="*/ 3814 h 3405003"/>
              <a:gd name="connisteX2" fmla="*/ 3402965 w 3797652"/>
              <a:gd name="connsiteY2" fmla="*/ 44454 h 3405003"/>
              <a:gd name="connisteX3" fmla="*/ 3470275 w 3797652"/>
              <a:gd name="connsiteY3" fmla="*/ 71759 h 3405003"/>
              <a:gd name="connisteX4" fmla="*/ 3551555 w 3797652"/>
              <a:gd name="connsiteY4" fmla="*/ 139704 h 3405003"/>
              <a:gd name="connisteX5" fmla="*/ 3632835 w 3797652"/>
              <a:gd name="connsiteY5" fmla="*/ 207014 h 3405003"/>
              <a:gd name="connisteX6" fmla="*/ 3700780 w 3797652"/>
              <a:gd name="connsiteY6" fmla="*/ 274959 h 3405003"/>
              <a:gd name="connisteX7" fmla="*/ 3741420 w 3797652"/>
              <a:gd name="connsiteY7" fmla="*/ 342904 h 3405003"/>
              <a:gd name="connisteX8" fmla="*/ 3768725 w 3797652"/>
              <a:gd name="connsiteY8" fmla="*/ 410849 h 3405003"/>
              <a:gd name="connisteX9" fmla="*/ 3795395 w 3797652"/>
              <a:gd name="connsiteY9" fmla="*/ 505464 h 3405003"/>
              <a:gd name="connisteX10" fmla="*/ 3795395 w 3797652"/>
              <a:gd name="connsiteY10" fmla="*/ 600079 h 3405003"/>
              <a:gd name="connisteX11" fmla="*/ 3795395 w 3797652"/>
              <a:gd name="connsiteY11" fmla="*/ 681359 h 3405003"/>
              <a:gd name="connisteX12" fmla="*/ 3795395 w 3797652"/>
              <a:gd name="connsiteY12" fmla="*/ 762639 h 3405003"/>
              <a:gd name="connisteX13" fmla="*/ 3795395 w 3797652"/>
              <a:gd name="connsiteY13" fmla="*/ 843919 h 3405003"/>
              <a:gd name="connisteX14" fmla="*/ 3782060 w 3797652"/>
              <a:gd name="connsiteY14" fmla="*/ 925199 h 3405003"/>
              <a:gd name="connisteX15" fmla="*/ 3754755 w 3797652"/>
              <a:gd name="connsiteY15" fmla="*/ 993144 h 3405003"/>
              <a:gd name="connisteX16" fmla="*/ 3714115 w 3797652"/>
              <a:gd name="connsiteY16" fmla="*/ 1061089 h 3405003"/>
              <a:gd name="connisteX17" fmla="*/ 3673475 w 3797652"/>
              <a:gd name="connsiteY17" fmla="*/ 1128399 h 3405003"/>
              <a:gd name="connisteX18" fmla="*/ 3619500 w 3797652"/>
              <a:gd name="connsiteY18" fmla="*/ 1209679 h 3405003"/>
              <a:gd name="connisteX19" fmla="*/ 3565525 w 3797652"/>
              <a:gd name="connsiteY19" fmla="*/ 1277624 h 3405003"/>
              <a:gd name="connisteX20" fmla="*/ 3510915 w 3797652"/>
              <a:gd name="connsiteY20" fmla="*/ 1345569 h 3405003"/>
              <a:gd name="connisteX21" fmla="*/ 3443605 w 3797652"/>
              <a:gd name="connsiteY21" fmla="*/ 1399544 h 3405003"/>
              <a:gd name="connisteX22" fmla="*/ 3375660 w 3797652"/>
              <a:gd name="connsiteY22" fmla="*/ 1440184 h 3405003"/>
              <a:gd name="connisteX23" fmla="*/ 3294380 w 3797652"/>
              <a:gd name="connsiteY23" fmla="*/ 1508129 h 3405003"/>
              <a:gd name="connisteX24" fmla="*/ 3226435 w 3797652"/>
              <a:gd name="connsiteY24" fmla="*/ 1548769 h 3405003"/>
              <a:gd name="connisteX25" fmla="*/ 3145155 w 3797652"/>
              <a:gd name="connsiteY25" fmla="*/ 1602744 h 3405003"/>
              <a:gd name="connisteX26" fmla="*/ 3077845 w 3797652"/>
              <a:gd name="connsiteY26" fmla="*/ 1643384 h 3405003"/>
              <a:gd name="connisteX27" fmla="*/ 2996565 w 3797652"/>
              <a:gd name="connsiteY27" fmla="*/ 1684024 h 3405003"/>
              <a:gd name="connisteX28" fmla="*/ 2874645 w 3797652"/>
              <a:gd name="connsiteY28" fmla="*/ 1751969 h 3405003"/>
              <a:gd name="connisteX29" fmla="*/ 2779395 w 3797652"/>
              <a:gd name="connsiteY29" fmla="*/ 1792609 h 3405003"/>
              <a:gd name="connisteX30" fmla="*/ 2684780 w 3797652"/>
              <a:gd name="connsiteY30" fmla="*/ 1833249 h 3405003"/>
              <a:gd name="connisteX31" fmla="*/ 2603500 w 3797652"/>
              <a:gd name="connsiteY31" fmla="*/ 1859919 h 3405003"/>
              <a:gd name="connisteX32" fmla="*/ 2508250 w 3797652"/>
              <a:gd name="connsiteY32" fmla="*/ 1900559 h 3405003"/>
              <a:gd name="connisteX33" fmla="*/ 2413635 w 3797652"/>
              <a:gd name="connsiteY33" fmla="*/ 1927864 h 3405003"/>
              <a:gd name="connisteX34" fmla="*/ 2305050 w 3797652"/>
              <a:gd name="connsiteY34" fmla="*/ 1955169 h 3405003"/>
              <a:gd name="connisteX35" fmla="*/ 2197100 w 3797652"/>
              <a:gd name="connsiteY35" fmla="*/ 1981839 h 3405003"/>
              <a:gd name="connisteX36" fmla="*/ 2088515 w 3797652"/>
              <a:gd name="connsiteY36" fmla="*/ 2009144 h 3405003"/>
              <a:gd name="connisteX37" fmla="*/ 1953260 w 3797652"/>
              <a:gd name="connsiteY37" fmla="*/ 2049784 h 3405003"/>
              <a:gd name="connisteX38" fmla="*/ 1817370 w 3797652"/>
              <a:gd name="connsiteY38" fmla="*/ 2077089 h 3405003"/>
              <a:gd name="connisteX39" fmla="*/ 1695450 w 3797652"/>
              <a:gd name="connsiteY39" fmla="*/ 2104394 h 3405003"/>
              <a:gd name="connisteX40" fmla="*/ 1573530 w 3797652"/>
              <a:gd name="connsiteY40" fmla="*/ 2131064 h 3405003"/>
              <a:gd name="connisteX41" fmla="*/ 1492250 w 3797652"/>
              <a:gd name="connsiteY41" fmla="*/ 2145034 h 3405003"/>
              <a:gd name="connisteX42" fmla="*/ 1410970 w 3797652"/>
              <a:gd name="connsiteY42" fmla="*/ 2171704 h 3405003"/>
              <a:gd name="connisteX43" fmla="*/ 1329690 w 3797652"/>
              <a:gd name="connsiteY43" fmla="*/ 2185674 h 3405003"/>
              <a:gd name="connisteX44" fmla="*/ 1262380 w 3797652"/>
              <a:gd name="connsiteY44" fmla="*/ 2199009 h 3405003"/>
              <a:gd name="connisteX45" fmla="*/ 1181100 w 3797652"/>
              <a:gd name="connsiteY45" fmla="*/ 2199009 h 3405003"/>
              <a:gd name="connisteX46" fmla="*/ 1113155 w 3797652"/>
              <a:gd name="connsiteY46" fmla="*/ 2199009 h 3405003"/>
              <a:gd name="connisteX47" fmla="*/ 1045210 w 3797652"/>
              <a:gd name="connsiteY47" fmla="*/ 2199009 h 3405003"/>
              <a:gd name="connisteX48" fmla="*/ 963930 w 3797652"/>
              <a:gd name="connsiteY48" fmla="*/ 2199009 h 3405003"/>
              <a:gd name="connisteX49" fmla="*/ 882650 w 3797652"/>
              <a:gd name="connsiteY49" fmla="*/ 2212344 h 3405003"/>
              <a:gd name="connisteX50" fmla="*/ 814705 w 3797652"/>
              <a:gd name="connsiteY50" fmla="*/ 2226314 h 3405003"/>
              <a:gd name="connisteX51" fmla="*/ 747395 w 3797652"/>
              <a:gd name="connsiteY51" fmla="*/ 2252984 h 3405003"/>
              <a:gd name="connisteX52" fmla="*/ 666115 w 3797652"/>
              <a:gd name="connsiteY52" fmla="*/ 2293624 h 3405003"/>
              <a:gd name="connisteX53" fmla="*/ 598170 w 3797652"/>
              <a:gd name="connsiteY53" fmla="*/ 2348234 h 3405003"/>
              <a:gd name="connisteX54" fmla="*/ 516890 w 3797652"/>
              <a:gd name="connsiteY54" fmla="*/ 2402209 h 3405003"/>
              <a:gd name="connisteX55" fmla="*/ 448945 w 3797652"/>
              <a:gd name="connsiteY55" fmla="*/ 2470154 h 3405003"/>
              <a:gd name="connisteX56" fmla="*/ 381635 w 3797652"/>
              <a:gd name="connsiteY56" fmla="*/ 2537464 h 3405003"/>
              <a:gd name="connisteX57" fmla="*/ 313690 w 3797652"/>
              <a:gd name="connsiteY57" fmla="*/ 2618744 h 3405003"/>
              <a:gd name="connisteX58" fmla="*/ 273050 w 3797652"/>
              <a:gd name="connsiteY58" fmla="*/ 2686689 h 3405003"/>
              <a:gd name="connisteX59" fmla="*/ 232410 w 3797652"/>
              <a:gd name="connsiteY59" fmla="*/ 2754634 h 3405003"/>
              <a:gd name="connisteX60" fmla="*/ 219075 w 3797652"/>
              <a:gd name="connsiteY60" fmla="*/ 2821944 h 3405003"/>
              <a:gd name="connisteX61" fmla="*/ 191770 w 3797652"/>
              <a:gd name="connsiteY61" fmla="*/ 2889889 h 3405003"/>
              <a:gd name="connisteX62" fmla="*/ 178435 w 3797652"/>
              <a:gd name="connsiteY62" fmla="*/ 2957834 h 3405003"/>
              <a:gd name="connisteX63" fmla="*/ 151130 w 3797652"/>
              <a:gd name="connsiteY63" fmla="*/ 3025144 h 3405003"/>
              <a:gd name="connisteX64" fmla="*/ 123825 w 3797652"/>
              <a:gd name="connsiteY64" fmla="*/ 3093089 h 3405003"/>
              <a:gd name="connisteX65" fmla="*/ 110490 w 3797652"/>
              <a:gd name="connsiteY65" fmla="*/ 3161034 h 3405003"/>
              <a:gd name="connisteX66" fmla="*/ 83185 w 3797652"/>
              <a:gd name="connsiteY66" fmla="*/ 3228344 h 3405003"/>
              <a:gd name="connisteX67" fmla="*/ 69850 w 3797652"/>
              <a:gd name="connsiteY67" fmla="*/ 3296289 h 3405003"/>
              <a:gd name="connisteX68" fmla="*/ 42545 w 3797652"/>
              <a:gd name="connsiteY68" fmla="*/ 3364234 h 3405003"/>
              <a:gd name="connisteX69" fmla="*/ 29210 w 3797652"/>
              <a:gd name="connsiteY69" fmla="*/ 3296289 h 3405003"/>
              <a:gd name="connisteX70" fmla="*/ 42545 w 3797652"/>
              <a:gd name="connsiteY70" fmla="*/ 3364234 h 3405003"/>
              <a:gd name="connisteX71" fmla="*/ 110490 w 3797652"/>
              <a:gd name="connsiteY71" fmla="*/ 3309624 h 3405003"/>
              <a:gd name="connisteX72" fmla="*/ 178435 w 3797652"/>
              <a:gd name="connsiteY72" fmla="*/ 3268984 h 3405003"/>
              <a:gd name="connisteX73" fmla="*/ 110490 w 3797652"/>
              <a:gd name="connsiteY73" fmla="*/ 3309624 h 3405003"/>
              <a:gd name="connisteX74" fmla="*/ 42545 w 3797652"/>
              <a:gd name="connsiteY74" fmla="*/ 3364234 h 3405003"/>
              <a:gd name="connisteX75" fmla="*/ 15875 w 3797652"/>
              <a:gd name="connsiteY75" fmla="*/ 3296289 h 3405003"/>
              <a:gd name="connisteX76" fmla="*/ 15875 w 3797652"/>
              <a:gd name="connsiteY76" fmla="*/ 3228344 h 3405003"/>
              <a:gd name="connisteX77" fmla="*/ 1905 w 3797652"/>
              <a:gd name="connsiteY77" fmla="*/ 3161034 h 3405003"/>
              <a:gd name="connisteX78" fmla="*/ 1905 w 3797652"/>
              <a:gd name="connsiteY78" fmla="*/ 3228344 h 3405003"/>
              <a:gd name="connisteX79" fmla="*/ 15875 w 3797652"/>
              <a:gd name="connsiteY79" fmla="*/ 3296289 h 3405003"/>
              <a:gd name="connisteX80" fmla="*/ 29210 w 3797652"/>
              <a:gd name="connsiteY80" fmla="*/ 3364234 h 3405003"/>
              <a:gd name="connisteX81" fmla="*/ 97155 w 3797652"/>
              <a:gd name="connsiteY81" fmla="*/ 3350264 h 3405003"/>
              <a:gd name="connisteX82" fmla="*/ 164465 w 3797652"/>
              <a:gd name="connsiteY82" fmla="*/ 3296289 h 3405003"/>
              <a:gd name="connisteX83" fmla="*/ 97155 w 3797652"/>
              <a:gd name="connsiteY83" fmla="*/ 3336929 h 3405003"/>
              <a:gd name="connisteX84" fmla="*/ 29210 w 3797652"/>
              <a:gd name="connsiteY84" fmla="*/ 3390904 h 3405003"/>
              <a:gd name="connisteX85" fmla="*/ 15875 w 3797652"/>
              <a:gd name="connsiteY85" fmla="*/ 3323594 h 3405003"/>
              <a:gd name="connisteX86" fmla="*/ 15875 w 3797652"/>
              <a:gd name="connsiteY86" fmla="*/ 3255649 h 3405003"/>
              <a:gd name="connisteX87" fmla="*/ 1905 w 3797652"/>
              <a:gd name="connsiteY87" fmla="*/ 3187704 h 3405003"/>
              <a:gd name="connisteX88" fmla="*/ 15875 w 3797652"/>
              <a:gd name="connsiteY88" fmla="*/ 3255649 h 3405003"/>
              <a:gd name="connisteX89" fmla="*/ 29210 w 3797652"/>
              <a:gd name="connsiteY89" fmla="*/ 3323594 h 3405003"/>
              <a:gd name="connisteX90" fmla="*/ 42545 w 3797652"/>
              <a:gd name="connsiteY90" fmla="*/ 3390904 h 3405003"/>
              <a:gd name="connisteX91" fmla="*/ 110490 w 3797652"/>
              <a:gd name="connsiteY91" fmla="*/ 3364234 h 3405003"/>
              <a:gd name="connisteX92" fmla="*/ 178435 w 3797652"/>
              <a:gd name="connsiteY92" fmla="*/ 3323594 h 3405003"/>
              <a:gd name="connisteX93" fmla="*/ 245745 w 3797652"/>
              <a:gd name="connsiteY93" fmla="*/ 3282954 h 3405003"/>
              <a:gd name="connisteX94" fmla="*/ 178435 w 3797652"/>
              <a:gd name="connsiteY94" fmla="*/ 3296289 h 3405003"/>
              <a:gd name="connisteX95" fmla="*/ 110490 w 3797652"/>
              <a:gd name="connsiteY95" fmla="*/ 3350264 h 3405003"/>
              <a:gd name="connisteX96" fmla="*/ 42545 w 3797652"/>
              <a:gd name="connsiteY96" fmla="*/ 3404874 h 3405003"/>
              <a:gd name="connisteX97" fmla="*/ 15875 w 3797652"/>
              <a:gd name="connsiteY97" fmla="*/ 3336929 h 3405003"/>
              <a:gd name="connisteX98" fmla="*/ 15875 w 3797652"/>
              <a:gd name="connsiteY98" fmla="*/ 3268984 h 3405003"/>
              <a:gd name="connisteX99" fmla="*/ 1905 w 3797652"/>
              <a:gd name="connsiteY99" fmla="*/ 3201674 h 3405003"/>
              <a:gd name="connisteX100" fmla="*/ 29210 w 3797652"/>
              <a:gd name="connsiteY100" fmla="*/ 3268984 h 3405003"/>
              <a:gd name="connisteX101" fmla="*/ 56515 w 3797652"/>
              <a:gd name="connsiteY101" fmla="*/ 3336929 h 340500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  <a:cxn ang="0">
                <a:pos x="connisteX41" y="connsiteY41"/>
              </a:cxn>
              <a:cxn ang="0">
                <a:pos x="connisteX42" y="connsiteY42"/>
              </a:cxn>
              <a:cxn ang="0">
                <a:pos x="connisteX43" y="connsiteY43"/>
              </a:cxn>
              <a:cxn ang="0">
                <a:pos x="connisteX44" y="connsiteY44"/>
              </a:cxn>
              <a:cxn ang="0">
                <a:pos x="connisteX45" y="connsiteY45"/>
              </a:cxn>
              <a:cxn ang="0">
                <a:pos x="connisteX46" y="connsiteY46"/>
              </a:cxn>
              <a:cxn ang="0">
                <a:pos x="connisteX47" y="connsiteY47"/>
              </a:cxn>
              <a:cxn ang="0">
                <a:pos x="connisteX48" y="connsiteY48"/>
              </a:cxn>
              <a:cxn ang="0">
                <a:pos x="connisteX49" y="connsiteY49"/>
              </a:cxn>
              <a:cxn ang="0">
                <a:pos x="connisteX50" y="connsiteY50"/>
              </a:cxn>
              <a:cxn ang="0">
                <a:pos x="connisteX51" y="connsiteY51"/>
              </a:cxn>
              <a:cxn ang="0">
                <a:pos x="connisteX52" y="connsiteY52"/>
              </a:cxn>
              <a:cxn ang="0">
                <a:pos x="connisteX53" y="connsiteY53"/>
              </a:cxn>
              <a:cxn ang="0">
                <a:pos x="connisteX54" y="connsiteY54"/>
              </a:cxn>
              <a:cxn ang="0">
                <a:pos x="connisteX55" y="connsiteY55"/>
              </a:cxn>
              <a:cxn ang="0">
                <a:pos x="connisteX56" y="connsiteY56"/>
              </a:cxn>
              <a:cxn ang="0">
                <a:pos x="connisteX57" y="connsiteY57"/>
              </a:cxn>
              <a:cxn ang="0">
                <a:pos x="connisteX58" y="connsiteY58"/>
              </a:cxn>
              <a:cxn ang="0">
                <a:pos x="connisteX59" y="connsiteY59"/>
              </a:cxn>
              <a:cxn ang="0">
                <a:pos x="connisteX60" y="connsiteY60"/>
              </a:cxn>
              <a:cxn ang="0">
                <a:pos x="connisteX61" y="connsiteY61"/>
              </a:cxn>
              <a:cxn ang="0">
                <a:pos x="connisteX62" y="connsiteY62"/>
              </a:cxn>
              <a:cxn ang="0">
                <a:pos x="connisteX63" y="connsiteY63"/>
              </a:cxn>
              <a:cxn ang="0">
                <a:pos x="connisteX64" y="connsiteY64"/>
              </a:cxn>
              <a:cxn ang="0">
                <a:pos x="connisteX65" y="connsiteY65"/>
              </a:cxn>
              <a:cxn ang="0">
                <a:pos x="connisteX66" y="connsiteY66"/>
              </a:cxn>
              <a:cxn ang="0">
                <a:pos x="connisteX67" y="connsiteY67"/>
              </a:cxn>
              <a:cxn ang="0">
                <a:pos x="connisteX68" y="connsiteY68"/>
              </a:cxn>
              <a:cxn ang="0">
                <a:pos x="connisteX69" y="connsiteY69"/>
              </a:cxn>
              <a:cxn ang="0">
                <a:pos x="connisteX70" y="connsiteY70"/>
              </a:cxn>
              <a:cxn ang="0">
                <a:pos x="connisteX71" y="connsiteY71"/>
              </a:cxn>
              <a:cxn ang="0">
                <a:pos x="connisteX72" y="connsiteY72"/>
              </a:cxn>
              <a:cxn ang="0">
                <a:pos x="connisteX73" y="connsiteY73"/>
              </a:cxn>
              <a:cxn ang="0">
                <a:pos x="connisteX74" y="connsiteY74"/>
              </a:cxn>
              <a:cxn ang="0">
                <a:pos x="connisteX75" y="connsiteY75"/>
              </a:cxn>
              <a:cxn ang="0">
                <a:pos x="connisteX76" y="connsiteY76"/>
              </a:cxn>
              <a:cxn ang="0">
                <a:pos x="connisteX77" y="connsiteY77"/>
              </a:cxn>
              <a:cxn ang="0">
                <a:pos x="connisteX78" y="connsiteY78"/>
              </a:cxn>
              <a:cxn ang="0">
                <a:pos x="connisteX79" y="connsiteY79"/>
              </a:cxn>
              <a:cxn ang="0">
                <a:pos x="connisteX80" y="connsiteY80"/>
              </a:cxn>
              <a:cxn ang="0">
                <a:pos x="connisteX81" y="connsiteY81"/>
              </a:cxn>
              <a:cxn ang="0">
                <a:pos x="connisteX82" y="connsiteY82"/>
              </a:cxn>
              <a:cxn ang="0">
                <a:pos x="connisteX83" y="connsiteY83"/>
              </a:cxn>
              <a:cxn ang="0">
                <a:pos x="connisteX84" y="connsiteY84"/>
              </a:cxn>
              <a:cxn ang="0">
                <a:pos x="connisteX85" y="connsiteY85"/>
              </a:cxn>
              <a:cxn ang="0">
                <a:pos x="connisteX86" y="connsiteY86"/>
              </a:cxn>
              <a:cxn ang="0">
                <a:pos x="connisteX87" y="connsiteY87"/>
              </a:cxn>
              <a:cxn ang="0">
                <a:pos x="connisteX88" y="connsiteY88"/>
              </a:cxn>
              <a:cxn ang="0">
                <a:pos x="connisteX89" y="connsiteY89"/>
              </a:cxn>
              <a:cxn ang="0">
                <a:pos x="connisteX90" y="connsiteY90"/>
              </a:cxn>
              <a:cxn ang="0">
                <a:pos x="connisteX91" y="connsiteY91"/>
              </a:cxn>
              <a:cxn ang="0">
                <a:pos x="connisteX92" y="connsiteY92"/>
              </a:cxn>
              <a:cxn ang="0">
                <a:pos x="connisteX93" y="connsiteY93"/>
              </a:cxn>
              <a:cxn ang="0">
                <a:pos x="connisteX94" y="connsiteY94"/>
              </a:cxn>
              <a:cxn ang="0">
                <a:pos x="connisteX95" y="connsiteY95"/>
              </a:cxn>
              <a:cxn ang="0">
                <a:pos x="connisteX96" y="connsiteY96"/>
              </a:cxn>
              <a:cxn ang="0">
                <a:pos x="connisteX97" y="connsiteY97"/>
              </a:cxn>
              <a:cxn ang="0">
                <a:pos x="connisteX98" y="connsiteY98"/>
              </a:cxn>
              <a:cxn ang="0">
                <a:pos x="connisteX99" y="connsiteY99"/>
              </a:cxn>
              <a:cxn ang="0">
                <a:pos x="connisteX100" y="connsiteY100"/>
              </a:cxn>
              <a:cxn ang="0">
                <a:pos x="connisteX101" y="connsiteY101"/>
              </a:cxn>
            </a:cxnLst>
            <a:rect l="l" t="t" r="r" b="b"/>
            <a:pathLst>
              <a:path w="3797653" h="3405003">
                <a:moveTo>
                  <a:pt x="3253740" y="3814"/>
                </a:moveTo>
                <a:cubicBezTo>
                  <a:pt x="3265805" y="3179"/>
                  <a:pt x="3291840" y="-4441"/>
                  <a:pt x="3321685" y="3814"/>
                </a:cubicBezTo>
                <a:cubicBezTo>
                  <a:pt x="3351530" y="12069"/>
                  <a:pt x="3373120" y="31119"/>
                  <a:pt x="3402965" y="44454"/>
                </a:cubicBezTo>
                <a:cubicBezTo>
                  <a:pt x="3432810" y="57789"/>
                  <a:pt x="3440430" y="52709"/>
                  <a:pt x="3470275" y="71759"/>
                </a:cubicBezTo>
                <a:cubicBezTo>
                  <a:pt x="3500120" y="90809"/>
                  <a:pt x="3519170" y="112399"/>
                  <a:pt x="3551555" y="139704"/>
                </a:cubicBezTo>
                <a:cubicBezTo>
                  <a:pt x="3583940" y="167009"/>
                  <a:pt x="3602990" y="179709"/>
                  <a:pt x="3632835" y="207014"/>
                </a:cubicBezTo>
                <a:cubicBezTo>
                  <a:pt x="3662680" y="234319"/>
                  <a:pt x="3679190" y="247654"/>
                  <a:pt x="3700780" y="274959"/>
                </a:cubicBezTo>
                <a:cubicBezTo>
                  <a:pt x="3722370" y="302264"/>
                  <a:pt x="3728085" y="315599"/>
                  <a:pt x="3741420" y="342904"/>
                </a:cubicBezTo>
                <a:cubicBezTo>
                  <a:pt x="3754755" y="370209"/>
                  <a:pt x="3757930" y="378464"/>
                  <a:pt x="3768725" y="410849"/>
                </a:cubicBezTo>
                <a:cubicBezTo>
                  <a:pt x="3779520" y="443234"/>
                  <a:pt x="3790315" y="467364"/>
                  <a:pt x="3795395" y="505464"/>
                </a:cubicBezTo>
                <a:cubicBezTo>
                  <a:pt x="3800475" y="543564"/>
                  <a:pt x="3795395" y="565154"/>
                  <a:pt x="3795395" y="600079"/>
                </a:cubicBezTo>
                <a:cubicBezTo>
                  <a:pt x="3795395" y="635004"/>
                  <a:pt x="3795395" y="648974"/>
                  <a:pt x="3795395" y="681359"/>
                </a:cubicBezTo>
                <a:cubicBezTo>
                  <a:pt x="3795395" y="713744"/>
                  <a:pt x="3795395" y="730254"/>
                  <a:pt x="3795395" y="762639"/>
                </a:cubicBezTo>
                <a:cubicBezTo>
                  <a:pt x="3795395" y="795024"/>
                  <a:pt x="3797935" y="811534"/>
                  <a:pt x="3795395" y="843919"/>
                </a:cubicBezTo>
                <a:cubicBezTo>
                  <a:pt x="3792855" y="876304"/>
                  <a:pt x="3790315" y="895354"/>
                  <a:pt x="3782060" y="925199"/>
                </a:cubicBezTo>
                <a:cubicBezTo>
                  <a:pt x="3773805" y="955044"/>
                  <a:pt x="3768090" y="965839"/>
                  <a:pt x="3754755" y="993144"/>
                </a:cubicBezTo>
                <a:cubicBezTo>
                  <a:pt x="3741420" y="1020449"/>
                  <a:pt x="3730625" y="1033784"/>
                  <a:pt x="3714115" y="1061089"/>
                </a:cubicBezTo>
                <a:cubicBezTo>
                  <a:pt x="3697605" y="1088394"/>
                  <a:pt x="3692525" y="1098554"/>
                  <a:pt x="3673475" y="1128399"/>
                </a:cubicBezTo>
                <a:cubicBezTo>
                  <a:pt x="3654425" y="1158244"/>
                  <a:pt x="3641090" y="1179834"/>
                  <a:pt x="3619500" y="1209679"/>
                </a:cubicBezTo>
                <a:cubicBezTo>
                  <a:pt x="3597910" y="1239524"/>
                  <a:pt x="3587115" y="1250319"/>
                  <a:pt x="3565525" y="1277624"/>
                </a:cubicBezTo>
                <a:cubicBezTo>
                  <a:pt x="3543935" y="1304929"/>
                  <a:pt x="3535045" y="1321439"/>
                  <a:pt x="3510915" y="1345569"/>
                </a:cubicBezTo>
                <a:cubicBezTo>
                  <a:pt x="3486785" y="1369699"/>
                  <a:pt x="3470910" y="1380494"/>
                  <a:pt x="3443605" y="1399544"/>
                </a:cubicBezTo>
                <a:cubicBezTo>
                  <a:pt x="3416300" y="1418594"/>
                  <a:pt x="3405505" y="1418594"/>
                  <a:pt x="3375660" y="1440184"/>
                </a:cubicBezTo>
                <a:cubicBezTo>
                  <a:pt x="3345815" y="1461774"/>
                  <a:pt x="3324225" y="1486539"/>
                  <a:pt x="3294380" y="1508129"/>
                </a:cubicBezTo>
                <a:cubicBezTo>
                  <a:pt x="3264535" y="1529719"/>
                  <a:pt x="3256280" y="1529719"/>
                  <a:pt x="3226435" y="1548769"/>
                </a:cubicBezTo>
                <a:cubicBezTo>
                  <a:pt x="3196590" y="1567819"/>
                  <a:pt x="3175000" y="1583694"/>
                  <a:pt x="3145155" y="1602744"/>
                </a:cubicBezTo>
                <a:cubicBezTo>
                  <a:pt x="3115310" y="1621794"/>
                  <a:pt x="3107690" y="1626874"/>
                  <a:pt x="3077845" y="1643384"/>
                </a:cubicBezTo>
                <a:cubicBezTo>
                  <a:pt x="3048000" y="1659894"/>
                  <a:pt x="3037205" y="1662434"/>
                  <a:pt x="2996565" y="1684024"/>
                </a:cubicBezTo>
                <a:cubicBezTo>
                  <a:pt x="2955925" y="1705614"/>
                  <a:pt x="2917825" y="1730379"/>
                  <a:pt x="2874645" y="1751969"/>
                </a:cubicBezTo>
                <a:cubicBezTo>
                  <a:pt x="2831465" y="1773559"/>
                  <a:pt x="2817495" y="1776099"/>
                  <a:pt x="2779395" y="1792609"/>
                </a:cubicBezTo>
                <a:cubicBezTo>
                  <a:pt x="2741295" y="1809119"/>
                  <a:pt x="2719705" y="1819914"/>
                  <a:pt x="2684780" y="1833249"/>
                </a:cubicBezTo>
                <a:cubicBezTo>
                  <a:pt x="2649855" y="1846584"/>
                  <a:pt x="2639060" y="1846584"/>
                  <a:pt x="2603500" y="1859919"/>
                </a:cubicBezTo>
                <a:cubicBezTo>
                  <a:pt x="2567940" y="1873254"/>
                  <a:pt x="2546350" y="1887224"/>
                  <a:pt x="2508250" y="1900559"/>
                </a:cubicBezTo>
                <a:cubicBezTo>
                  <a:pt x="2470150" y="1913894"/>
                  <a:pt x="2454275" y="1917069"/>
                  <a:pt x="2413635" y="1927864"/>
                </a:cubicBezTo>
                <a:cubicBezTo>
                  <a:pt x="2372995" y="1938659"/>
                  <a:pt x="2348230" y="1944374"/>
                  <a:pt x="2305050" y="1955169"/>
                </a:cubicBezTo>
                <a:cubicBezTo>
                  <a:pt x="2261870" y="1965964"/>
                  <a:pt x="2240280" y="1971044"/>
                  <a:pt x="2197100" y="1981839"/>
                </a:cubicBezTo>
                <a:cubicBezTo>
                  <a:pt x="2153920" y="1992634"/>
                  <a:pt x="2137410" y="1995809"/>
                  <a:pt x="2088515" y="2009144"/>
                </a:cubicBezTo>
                <a:cubicBezTo>
                  <a:pt x="2039620" y="2022479"/>
                  <a:pt x="2007235" y="2036449"/>
                  <a:pt x="1953260" y="2049784"/>
                </a:cubicBezTo>
                <a:cubicBezTo>
                  <a:pt x="1899285" y="2063119"/>
                  <a:pt x="1868805" y="2066294"/>
                  <a:pt x="1817370" y="2077089"/>
                </a:cubicBezTo>
                <a:cubicBezTo>
                  <a:pt x="1765935" y="2087884"/>
                  <a:pt x="1744345" y="2093599"/>
                  <a:pt x="1695450" y="2104394"/>
                </a:cubicBezTo>
                <a:cubicBezTo>
                  <a:pt x="1646555" y="2115189"/>
                  <a:pt x="1614170" y="2122809"/>
                  <a:pt x="1573530" y="2131064"/>
                </a:cubicBezTo>
                <a:cubicBezTo>
                  <a:pt x="1532890" y="2139319"/>
                  <a:pt x="1524635" y="2136779"/>
                  <a:pt x="1492250" y="2145034"/>
                </a:cubicBezTo>
                <a:cubicBezTo>
                  <a:pt x="1459865" y="2153289"/>
                  <a:pt x="1443355" y="2163449"/>
                  <a:pt x="1410970" y="2171704"/>
                </a:cubicBezTo>
                <a:cubicBezTo>
                  <a:pt x="1378585" y="2179959"/>
                  <a:pt x="1359535" y="2179959"/>
                  <a:pt x="1329690" y="2185674"/>
                </a:cubicBezTo>
                <a:cubicBezTo>
                  <a:pt x="1299845" y="2191389"/>
                  <a:pt x="1292225" y="2196469"/>
                  <a:pt x="1262380" y="2199009"/>
                </a:cubicBezTo>
                <a:cubicBezTo>
                  <a:pt x="1232535" y="2201549"/>
                  <a:pt x="1210945" y="2199009"/>
                  <a:pt x="1181100" y="2199009"/>
                </a:cubicBezTo>
                <a:cubicBezTo>
                  <a:pt x="1151255" y="2199009"/>
                  <a:pt x="1140460" y="2199009"/>
                  <a:pt x="1113155" y="2199009"/>
                </a:cubicBezTo>
                <a:cubicBezTo>
                  <a:pt x="1085850" y="2199009"/>
                  <a:pt x="1075055" y="2199009"/>
                  <a:pt x="1045210" y="2199009"/>
                </a:cubicBezTo>
                <a:cubicBezTo>
                  <a:pt x="1015365" y="2199009"/>
                  <a:pt x="996315" y="2196469"/>
                  <a:pt x="963930" y="2199009"/>
                </a:cubicBezTo>
                <a:cubicBezTo>
                  <a:pt x="931545" y="2201549"/>
                  <a:pt x="912495" y="2206629"/>
                  <a:pt x="882650" y="2212344"/>
                </a:cubicBezTo>
                <a:cubicBezTo>
                  <a:pt x="852805" y="2218059"/>
                  <a:pt x="842010" y="2218059"/>
                  <a:pt x="814705" y="2226314"/>
                </a:cubicBezTo>
                <a:cubicBezTo>
                  <a:pt x="787400" y="2234569"/>
                  <a:pt x="777240" y="2239649"/>
                  <a:pt x="747395" y="2252984"/>
                </a:cubicBezTo>
                <a:cubicBezTo>
                  <a:pt x="717550" y="2266319"/>
                  <a:pt x="695960" y="2274574"/>
                  <a:pt x="666115" y="2293624"/>
                </a:cubicBezTo>
                <a:cubicBezTo>
                  <a:pt x="636270" y="2312674"/>
                  <a:pt x="628015" y="2326644"/>
                  <a:pt x="598170" y="2348234"/>
                </a:cubicBezTo>
                <a:cubicBezTo>
                  <a:pt x="568325" y="2369824"/>
                  <a:pt x="546735" y="2378079"/>
                  <a:pt x="516890" y="2402209"/>
                </a:cubicBezTo>
                <a:cubicBezTo>
                  <a:pt x="487045" y="2426339"/>
                  <a:pt x="476250" y="2442849"/>
                  <a:pt x="448945" y="2470154"/>
                </a:cubicBezTo>
                <a:cubicBezTo>
                  <a:pt x="421640" y="2497459"/>
                  <a:pt x="408940" y="2507619"/>
                  <a:pt x="381635" y="2537464"/>
                </a:cubicBezTo>
                <a:cubicBezTo>
                  <a:pt x="354330" y="2567309"/>
                  <a:pt x="335280" y="2588899"/>
                  <a:pt x="313690" y="2618744"/>
                </a:cubicBezTo>
                <a:cubicBezTo>
                  <a:pt x="292100" y="2648589"/>
                  <a:pt x="289560" y="2659384"/>
                  <a:pt x="273050" y="2686689"/>
                </a:cubicBezTo>
                <a:cubicBezTo>
                  <a:pt x="256540" y="2713994"/>
                  <a:pt x="243205" y="2727329"/>
                  <a:pt x="232410" y="2754634"/>
                </a:cubicBezTo>
                <a:cubicBezTo>
                  <a:pt x="221615" y="2781939"/>
                  <a:pt x="227330" y="2794639"/>
                  <a:pt x="219075" y="2821944"/>
                </a:cubicBezTo>
                <a:cubicBezTo>
                  <a:pt x="210820" y="2849249"/>
                  <a:pt x="200025" y="2862584"/>
                  <a:pt x="191770" y="2889889"/>
                </a:cubicBezTo>
                <a:cubicBezTo>
                  <a:pt x="183515" y="2917194"/>
                  <a:pt x="186690" y="2930529"/>
                  <a:pt x="178435" y="2957834"/>
                </a:cubicBezTo>
                <a:cubicBezTo>
                  <a:pt x="170180" y="2985139"/>
                  <a:pt x="161925" y="2997839"/>
                  <a:pt x="151130" y="3025144"/>
                </a:cubicBezTo>
                <a:cubicBezTo>
                  <a:pt x="140335" y="3052449"/>
                  <a:pt x="132080" y="3065784"/>
                  <a:pt x="123825" y="3093089"/>
                </a:cubicBezTo>
                <a:cubicBezTo>
                  <a:pt x="115570" y="3120394"/>
                  <a:pt x="118745" y="3133729"/>
                  <a:pt x="110490" y="3161034"/>
                </a:cubicBezTo>
                <a:cubicBezTo>
                  <a:pt x="102235" y="3188339"/>
                  <a:pt x="91440" y="3201039"/>
                  <a:pt x="83185" y="3228344"/>
                </a:cubicBezTo>
                <a:cubicBezTo>
                  <a:pt x="74930" y="3255649"/>
                  <a:pt x="78105" y="3268984"/>
                  <a:pt x="69850" y="3296289"/>
                </a:cubicBezTo>
                <a:cubicBezTo>
                  <a:pt x="61595" y="3323594"/>
                  <a:pt x="50800" y="3364234"/>
                  <a:pt x="42545" y="3364234"/>
                </a:cubicBezTo>
                <a:cubicBezTo>
                  <a:pt x="34290" y="3364234"/>
                  <a:pt x="29210" y="3296289"/>
                  <a:pt x="29210" y="3296289"/>
                </a:cubicBezTo>
                <a:cubicBezTo>
                  <a:pt x="29210" y="3296289"/>
                  <a:pt x="26035" y="3361694"/>
                  <a:pt x="42545" y="3364234"/>
                </a:cubicBezTo>
                <a:cubicBezTo>
                  <a:pt x="59055" y="3366774"/>
                  <a:pt x="83185" y="3328674"/>
                  <a:pt x="110490" y="3309624"/>
                </a:cubicBezTo>
                <a:cubicBezTo>
                  <a:pt x="137795" y="3290574"/>
                  <a:pt x="178435" y="3268984"/>
                  <a:pt x="178435" y="3268984"/>
                </a:cubicBezTo>
                <a:cubicBezTo>
                  <a:pt x="178435" y="3268984"/>
                  <a:pt x="137795" y="3290574"/>
                  <a:pt x="110490" y="3309624"/>
                </a:cubicBezTo>
                <a:cubicBezTo>
                  <a:pt x="83185" y="3328674"/>
                  <a:pt x="61595" y="3366774"/>
                  <a:pt x="42545" y="3364234"/>
                </a:cubicBezTo>
                <a:cubicBezTo>
                  <a:pt x="23495" y="3361694"/>
                  <a:pt x="20955" y="3323594"/>
                  <a:pt x="15875" y="3296289"/>
                </a:cubicBezTo>
                <a:cubicBezTo>
                  <a:pt x="10795" y="3268984"/>
                  <a:pt x="18415" y="3255649"/>
                  <a:pt x="15875" y="3228344"/>
                </a:cubicBezTo>
                <a:cubicBezTo>
                  <a:pt x="13335" y="3201039"/>
                  <a:pt x="4445" y="3161034"/>
                  <a:pt x="1905" y="3161034"/>
                </a:cubicBezTo>
                <a:cubicBezTo>
                  <a:pt x="-635" y="3161034"/>
                  <a:pt x="-635" y="3201039"/>
                  <a:pt x="1905" y="3228344"/>
                </a:cubicBezTo>
                <a:cubicBezTo>
                  <a:pt x="4445" y="3255649"/>
                  <a:pt x="10160" y="3268984"/>
                  <a:pt x="15875" y="3296289"/>
                </a:cubicBezTo>
                <a:cubicBezTo>
                  <a:pt x="21590" y="3323594"/>
                  <a:pt x="12700" y="3353439"/>
                  <a:pt x="29210" y="3364234"/>
                </a:cubicBezTo>
                <a:cubicBezTo>
                  <a:pt x="45720" y="3375029"/>
                  <a:pt x="69850" y="3363599"/>
                  <a:pt x="97155" y="3350264"/>
                </a:cubicBezTo>
                <a:cubicBezTo>
                  <a:pt x="124460" y="3336929"/>
                  <a:pt x="164465" y="3298829"/>
                  <a:pt x="164465" y="3296289"/>
                </a:cubicBezTo>
                <a:cubicBezTo>
                  <a:pt x="164465" y="3293749"/>
                  <a:pt x="124460" y="3317879"/>
                  <a:pt x="97155" y="3336929"/>
                </a:cubicBezTo>
                <a:cubicBezTo>
                  <a:pt x="69850" y="3355979"/>
                  <a:pt x="45720" y="3393444"/>
                  <a:pt x="29210" y="3390904"/>
                </a:cubicBezTo>
                <a:cubicBezTo>
                  <a:pt x="12700" y="3388364"/>
                  <a:pt x="18415" y="3350899"/>
                  <a:pt x="15875" y="3323594"/>
                </a:cubicBezTo>
                <a:cubicBezTo>
                  <a:pt x="13335" y="3296289"/>
                  <a:pt x="18415" y="3282954"/>
                  <a:pt x="15875" y="3255649"/>
                </a:cubicBezTo>
                <a:cubicBezTo>
                  <a:pt x="13335" y="3228344"/>
                  <a:pt x="1905" y="3187704"/>
                  <a:pt x="1905" y="3187704"/>
                </a:cubicBezTo>
                <a:cubicBezTo>
                  <a:pt x="1905" y="3187704"/>
                  <a:pt x="10160" y="3228344"/>
                  <a:pt x="15875" y="3255649"/>
                </a:cubicBezTo>
                <a:cubicBezTo>
                  <a:pt x="21590" y="3282954"/>
                  <a:pt x="24130" y="3296289"/>
                  <a:pt x="29210" y="3323594"/>
                </a:cubicBezTo>
                <a:cubicBezTo>
                  <a:pt x="34290" y="3350899"/>
                  <a:pt x="26035" y="3382649"/>
                  <a:pt x="42545" y="3390904"/>
                </a:cubicBezTo>
                <a:cubicBezTo>
                  <a:pt x="59055" y="3399159"/>
                  <a:pt x="83185" y="3377569"/>
                  <a:pt x="110490" y="3364234"/>
                </a:cubicBezTo>
                <a:cubicBezTo>
                  <a:pt x="137795" y="3350899"/>
                  <a:pt x="151130" y="3340104"/>
                  <a:pt x="178435" y="3323594"/>
                </a:cubicBezTo>
                <a:cubicBezTo>
                  <a:pt x="205740" y="3307084"/>
                  <a:pt x="245745" y="3288669"/>
                  <a:pt x="245745" y="3282954"/>
                </a:cubicBezTo>
                <a:cubicBezTo>
                  <a:pt x="245745" y="3277239"/>
                  <a:pt x="205740" y="3282954"/>
                  <a:pt x="178435" y="3296289"/>
                </a:cubicBezTo>
                <a:cubicBezTo>
                  <a:pt x="151130" y="3309624"/>
                  <a:pt x="137795" y="3328674"/>
                  <a:pt x="110490" y="3350264"/>
                </a:cubicBezTo>
                <a:cubicBezTo>
                  <a:pt x="83185" y="3371854"/>
                  <a:pt x="61595" y="3407414"/>
                  <a:pt x="42545" y="3404874"/>
                </a:cubicBezTo>
                <a:cubicBezTo>
                  <a:pt x="23495" y="3402334"/>
                  <a:pt x="20955" y="3364234"/>
                  <a:pt x="15875" y="3336929"/>
                </a:cubicBezTo>
                <a:cubicBezTo>
                  <a:pt x="10795" y="3309624"/>
                  <a:pt x="18415" y="3296289"/>
                  <a:pt x="15875" y="3268984"/>
                </a:cubicBezTo>
                <a:cubicBezTo>
                  <a:pt x="13335" y="3241679"/>
                  <a:pt x="-635" y="3201674"/>
                  <a:pt x="1905" y="3201674"/>
                </a:cubicBezTo>
                <a:cubicBezTo>
                  <a:pt x="4445" y="3201674"/>
                  <a:pt x="18415" y="3241679"/>
                  <a:pt x="29210" y="3268984"/>
                </a:cubicBezTo>
                <a:cubicBezTo>
                  <a:pt x="40005" y="3296289"/>
                  <a:pt x="51435" y="3324864"/>
                  <a:pt x="56515" y="3336929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8577580" y="4032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add to building plan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555625" y="3721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crewAI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98450" y="831215"/>
            <a:ext cx="4321175" cy="42456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422900" y="439420"/>
            <a:ext cx="5266690" cy="50292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37160" y="3679825"/>
            <a:ext cx="3996690" cy="86741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5547995" y="2153920"/>
            <a:ext cx="3996690" cy="261429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87400" y="55327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problem 1.cost (32min with $2.31)</a:t>
            </a:r>
            <a:endParaRPr lang="en-US" altLang="zh-CN"/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787400" y="5901055"/>
            <a:ext cx="76136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problem 2.need manual test on built dockerfile(for now i only know the dockerfile is runnable)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64845" y="7594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more easy way</a:t>
            </a:r>
            <a:r>
              <a:rPr lang="zh-CN" altLang="en-US"/>
              <a:t>：</a:t>
            </a:r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223520" y="1430655"/>
            <a:ext cx="8435975" cy="2063750"/>
          </a:xfrm>
          <a:prstGeom prst="roundRect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>
            <p:custDataLst>
              <p:tags r:id="rId1"/>
            </p:custDataLst>
          </p:nvPr>
        </p:nvSpPr>
        <p:spPr>
          <a:xfrm>
            <a:off x="223520" y="3894455"/>
            <a:ext cx="8599170" cy="2063750"/>
          </a:xfrm>
          <a:prstGeom prst="roundRect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>
            <p:custDataLst>
              <p:tags r:id="rId2"/>
            </p:custDataLst>
          </p:nvPr>
        </p:nvSpPr>
        <p:spPr>
          <a:xfrm>
            <a:off x="520065" y="2012315"/>
            <a:ext cx="1294130" cy="90043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</a:t>
            </a:r>
            <a:r>
              <a:rPr lang="en-US" altLang="zh-CN"/>
              <a:t>WE</a:t>
            </a:r>
            <a:endParaRPr lang="en-US" altLang="zh-CN"/>
          </a:p>
          <a:p>
            <a:pPr algn="ctr"/>
            <a:r>
              <a:rPr lang="en-US" altLang="zh-CN"/>
              <a:t>Agent</a:t>
            </a:r>
            <a:endParaRPr lang="en-US" altLang="zh-CN"/>
          </a:p>
        </p:txBody>
      </p:sp>
      <p:sp>
        <p:nvSpPr>
          <p:cNvPr id="17" name="燕尾形箭头 16"/>
          <p:cNvSpPr/>
          <p:nvPr>
            <p:custDataLst>
              <p:tags r:id="rId3"/>
            </p:custDataLst>
          </p:nvPr>
        </p:nvSpPr>
        <p:spPr>
          <a:xfrm>
            <a:off x="2166620" y="2491105"/>
            <a:ext cx="4545330" cy="271145"/>
          </a:xfrm>
          <a:prstGeom prst="notched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3680460" y="2762250"/>
            <a:ext cx="2016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few shot </a:t>
            </a:r>
            <a:r>
              <a:rPr lang="en-US" altLang="zh-CN"/>
              <a:t>learning</a:t>
            </a:r>
            <a:endParaRPr lang="en-US" altLang="zh-CN"/>
          </a:p>
        </p:txBody>
      </p:sp>
      <p:sp>
        <p:nvSpPr>
          <p:cNvPr id="22" name="圆角矩形 21"/>
          <p:cNvSpPr/>
          <p:nvPr>
            <p:custDataLst>
              <p:tags r:id="rId4"/>
            </p:custDataLst>
          </p:nvPr>
        </p:nvSpPr>
        <p:spPr>
          <a:xfrm>
            <a:off x="2237740" y="2011680"/>
            <a:ext cx="1635125" cy="4794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integrated api</a:t>
            </a:r>
            <a:endParaRPr lang="en-US" altLang="zh-CN"/>
          </a:p>
        </p:txBody>
      </p:sp>
      <p:sp>
        <p:nvSpPr>
          <p:cNvPr id="23" name="圆角矩形 22"/>
          <p:cNvSpPr/>
          <p:nvPr>
            <p:custDataLst>
              <p:tags r:id="rId5"/>
            </p:custDataLst>
          </p:nvPr>
        </p:nvSpPr>
        <p:spPr>
          <a:xfrm>
            <a:off x="4009390" y="2012950"/>
            <a:ext cx="1293495" cy="4781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model </a:t>
            </a:r>
            <a:r>
              <a:rPr lang="en-US" altLang="zh-CN"/>
              <a:t>list</a:t>
            </a:r>
            <a:endParaRPr lang="en-US" altLang="zh-CN"/>
          </a:p>
        </p:txBody>
      </p:sp>
      <p:sp>
        <p:nvSpPr>
          <p:cNvPr id="24" name="圆角矩形 23"/>
          <p:cNvSpPr/>
          <p:nvPr>
            <p:custDataLst>
              <p:tags r:id="rId6"/>
            </p:custDataLst>
          </p:nvPr>
        </p:nvSpPr>
        <p:spPr>
          <a:xfrm>
            <a:off x="5439410" y="2011680"/>
            <a:ext cx="1294130" cy="4775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env </a:t>
            </a:r>
            <a:r>
              <a:rPr lang="en-US" altLang="zh-CN"/>
              <a:t>pool</a:t>
            </a:r>
            <a:endParaRPr lang="en-US" altLang="zh-CN"/>
          </a:p>
        </p:txBody>
      </p:sp>
      <p:sp>
        <p:nvSpPr>
          <p:cNvPr id="25" name="圆角矩形 24"/>
          <p:cNvSpPr/>
          <p:nvPr>
            <p:custDataLst>
              <p:tags r:id="rId7"/>
            </p:custDataLst>
          </p:nvPr>
        </p:nvSpPr>
        <p:spPr>
          <a:xfrm>
            <a:off x="7064375" y="2011680"/>
            <a:ext cx="1294130" cy="90043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mock </a:t>
            </a:r>
            <a:endParaRPr lang="en-US" altLang="zh-CN"/>
          </a:p>
          <a:p>
            <a:pPr algn="ctr"/>
            <a:r>
              <a:rPr lang="en-US" altLang="zh-CN"/>
              <a:t>original </a:t>
            </a:r>
            <a:endParaRPr lang="en-US" altLang="zh-CN"/>
          </a:p>
          <a:p>
            <a:pPr algn="ctr"/>
            <a:r>
              <a:rPr lang="en-US" altLang="zh-CN"/>
              <a:t>api</a:t>
            </a:r>
            <a:endParaRPr lang="en-US" altLang="zh-CN"/>
          </a:p>
        </p:txBody>
      </p:sp>
      <p:sp>
        <p:nvSpPr>
          <p:cNvPr id="28" name="圆角矩形 27"/>
          <p:cNvSpPr/>
          <p:nvPr>
            <p:custDataLst>
              <p:tags r:id="rId8"/>
            </p:custDataLst>
          </p:nvPr>
        </p:nvSpPr>
        <p:spPr>
          <a:xfrm>
            <a:off x="9241155" y="2230120"/>
            <a:ext cx="1294130" cy="90043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code</a:t>
            </a:r>
            <a:endParaRPr lang="en-US" altLang="zh-CN"/>
          </a:p>
          <a:p>
            <a:pPr algn="ctr"/>
            <a:r>
              <a:rPr lang="en-US" altLang="zh-CN"/>
              <a:t>base</a:t>
            </a:r>
            <a:endParaRPr lang="en-US" altLang="zh-CN"/>
          </a:p>
        </p:txBody>
      </p:sp>
      <p:sp>
        <p:nvSpPr>
          <p:cNvPr id="29" name="圆角矩形 28"/>
          <p:cNvSpPr/>
          <p:nvPr>
            <p:custDataLst>
              <p:tags r:id="rId9"/>
            </p:custDataLst>
          </p:nvPr>
        </p:nvSpPr>
        <p:spPr>
          <a:xfrm>
            <a:off x="10535285" y="584200"/>
            <a:ext cx="1294130" cy="900430"/>
          </a:xfrm>
          <a:prstGeom prst="roundRect">
            <a:avLst/>
          </a:prstGeom>
          <a:solidFill>
            <a:srgbClr val="FF33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api</a:t>
            </a:r>
            <a:endParaRPr lang="en-US" altLang="zh-CN"/>
          </a:p>
        </p:txBody>
      </p:sp>
      <p:sp>
        <p:nvSpPr>
          <p:cNvPr id="31" name="左右箭头 30"/>
          <p:cNvSpPr/>
          <p:nvPr/>
        </p:nvSpPr>
        <p:spPr>
          <a:xfrm rot="19560000">
            <a:off x="10125710" y="1705610"/>
            <a:ext cx="902335" cy="297180"/>
          </a:xfrm>
          <a:prstGeom prst="leftRigh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圆角矩形 34"/>
          <p:cNvSpPr/>
          <p:nvPr>
            <p:custDataLst>
              <p:tags r:id="rId10"/>
            </p:custDataLst>
          </p:nvPr>
        </p:nvSpPr>
        <p:spPr>
          <a:xfrm>
            <a:off x="9032240" y="5453380"/>
            <a:ext cx="1294130" cy="90043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code</a:t>
            </a:r>
            <a:endParaRPr lang="en-US" altLang="zh-CN"/>
          </a:p>
          <a:p>
            <a:pPr algn="ctr"/>
            <a:r>
              <a:rPr lang="en-US" altLang="zh-CN"/>
              <a:t>base</a:t>
            </a:r>
            <a:endParaRPr lang="en-US" altLang="zh-CN"/>
          </a:p>
        </p:txBody>
      </p:sp>
      <p:sp>
        <p:nvSpPr>
          <p:cNvPr id="36" name="圆角矩形 35"/>
          <p:cNvSpPr/>
          <p:nvPr>
            <p:custDataLst>
              <p:tags r:id="rId11"/>
            </p:custDataLst>
          </p:nvPr>
        </p:nvSpPr>
        <p:spPr>
          <a:xfrm>
            <a:off x="10535285" y="3494405"/>
            <a:ext cx="1294130" cy="900430"/>
          </a:xfrm>
          <a:prstGeom prst="roundRect">
            <a:avLst/>
          </a:prstGeom>
          <a:solidFill>
            <a:srgbClr val="FF3300">
              <a:alpha val="21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api</a:t>
            </a:r>
            <a:endParaRPr lang="en-US" altLang="zh-CN"/>
          </a:p>
        </p:txBody>
      </p:sp>
      <p:sp>
        <p:nvSpPr>
          <p:cNvPr id="38" name="圆角矩形 37"/>
          <p:cNvSpPr/>
          <p:nvPr>
            <p:custDataLst>
              <p:tags r:id="rId12"/>
            </p:custDataLst>
          </p:nvPr>
        </p:nvSpPr>
        <p:spPr>
          <a:xfrm>
            <a:off x="8918575" y="4583430"/>
            <a:ext cx="3027680" cy="1896745"/>
          </a:xfrm>
          <a:prstGeom prst="roundRect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圆角矩形 38"/>
          <p:cNvSpPr/>
          <p:nvPr>
            <p:custDataLst>
              <p:tags r:id="rId13"/>
            </p:custDataLst>
          </p:nvPr>
        </p:nvSpPr>
        <p:spPr>
          <a:xfrm>
            <a:off x="10699115" y="4758690"/>
            <a:ext cx="1130300" cy="749935"/>
          </a:xfrm>
          <a:prstGeom prst="roundRect">
            <a:avLst/>
          </a:prstGeom>
          <a:solidFill>
            <a:srgbClr val="FF3300">
              <a:alpha val="21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mock</a:t>
            </a:r>
            <a:endParaRPr lang="en-US" altLang="zh-CN"/>
          </a:p>
          <a:p>
            <a:pPr algn="ctr"/>
            <a:r>
              <a:rPr lang="en-US" altLang="zh-CN"/>
              <a:t>api</a:t>
            </a:r>
            <a:endParaRPr lang="en-US" altLang="zh-CN"/>
          </a:p>
        </p:txBody>
      </p:sp>
      <p:sp>
        <p:nvSpPr>
          <p:cNvPr id="40" name="左右箭头 39"/>
          <p:cNvSpPr/>
          <p:nvPr>
            <p:custDataLst>
              <p:tags r:id="rId14"/>
            </p:custDataLst>
          </p:nvPr>
        </p:nvSpPr>
        <p:spPr>
          <a:xfrm rot="19560000">
            <a:off x="9790430" y="5010150"/>
            <a:ext cx="902335" cy="297180"/>
          </a:xfrm>
          <a:prstGeom prst="leftRigh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圆角矩形 41"/>
          <p:cNvSpPr/>
          <p:nvPr>
            <p:custDataLst>
              <p:tags r:id="rId15"/>
            </p:custDataLst>
          </p:nvPr>
        </p:nvSpPr>
        <p:spPr>
          <a:xfrm>
            <a:off x="520065" y="4552950"/>
            <a:ext cx="1294130" cy="90043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code</a:t>
            </a:r>
            <a:endParaRPr lang="en-US" altLang="zh-CN"/>
          </a:p>
          <a:p>
            <a:pPr algn="ctr"/>
            <a:r>
              <a:rPr lang="en-US" altLang="zh-CN"/>
              <a:t>base</a:t>
            </a:r>
            <a:endParaRPr lang="en-US" altLang="zh-CN"/>
          </a:p>
        </p:txBody>
      </p:sp>
      <p:sp>
        <p:nvSpPr>
          <p:cNvPr id="43" name="燕尾形箭头 42"/>
          <p:cNvSpPr/>
          <p:nvPr>
            <p:custDataLst>
              <p:tags r:id="rId16"/>
            </p:custDataLst>
          </p:nvPr>
        </p:nvSpPr>
        <p:spPr>
          <a:xfrm>
            <a:off x="2166620" y="4867910"/>
            <a:ext cx="4545330" cy="271145"/>
          </a:xfrm>
          <a:prstGeom prst="notched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圆角矩形 44"/>
          <p:cNvSpPr/>
          <p:nvPr>
            <p:custDataLst>
              <p:tags r:id="rId17"/>
            </p:custDataLst>
          </p:nvPr>
        </p:nvSpPr>
        <p:spPr>
          <a:xfrm>
            <a:off x="2166620" y="4388485"/>
            <a:ext cx="1225550" cy="4794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repo</a:t>
            </a:r>
            <a:endParaRPr lang="en-US" altLang="zh-CN"/>
          </a:p>
        </p:txBody>
      </p:sp>
      <p:sp>
        <p:nvSpPr>
          <p:cNvPr id="46" name="圆角矩形 45"/>
          <p:cNvSpPr/>
          <p:nvPr>
            <p:custDataLst>
              <p:tags r:id="rId18"/>
            </p:custDataLst>
          </p:nvPr>
        </p:nvSpPr>
        <p:spPr>
          <a:xfrm>
            <a:off x="3503295" y="4394835"/>
            <a:ext cx="1225550" cy="4794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hardware</a:t>
            </a:r>
            <a:endParaRPr lang="en-US" altLang="zh-CN"/>
          </a:p>
        </p:txBody>
      </p:sp>
      <p:sp>
        <p:nvSpPr>
          <p:cNvPr id="49" name="圆角矩形 48"/>
          <p:cNvSpPr/>
          <p:nvPr>
            <p:custDataLst>
              <p:tags r:id="rId19"/>
            </p:custDataLst>
          </p:nvPr>
        </p:nvSpPr>
        <p:spPr>
          <a:xfrm>
            <a:off x="5029200" y="3973830"/>
            <a:ext cx="1294130" cy="90043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mock </a:t>
            </a:r>
            <a:endParaRPr lang="en-US" altLang="zh-CN"/>
          </a:p>
          <a:p>
            <a:pPr algn="ctr"/>
            <a:r>
              <a:rPr lang="en-US" altLang="zh-CN"/>
              <a:t>original </a:t>
            </a:r>
            <a:endParaRPr lang="en-US" altLang="zh-CN"/>
          </a:p>
          <a:p>
            <a:pPr algn="ctr"/>
            <a:r>
              <a:rPr lang="en-US" altLang="zh-CN"/>
              <a:t>api</a:t>
            </a:r>
            <a:endParaRPr lang="en-US" altLang="zh-CN"/>
          </a:p>
        </p:txBody>
      </p:sp>
      <p:sp>
        <p:nvSpPr>
          <p:cNvPr id="50" name="燕尾形箭头 49"/>
          <p:cNvSpPr/>
          <p:nvPr>
            <p:custDataLst>
              <p:tags r:id="rId20"/>
            </p:custDataLst>
          </p:nvPr>
        </p:nvSpPr>
        <p:spPr>
          <a:xfrm rot="8700000">
            <a:off x="6133465" y="3322320"/>
            <a:ext cx="1163320" cy="274955"/>
          </a:xfrm>
          <a:prstGeom prst="notched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圆角矩形 50"/>
          <p:cNvSpPr/>
          <p:nvPr>
            <p:custDataLst>
              <p:tags r:id="rId21"/>
            </p:custDataLst>
          </p:nvPr>
        </p:nvSpPr>
        <p:spPr>
          <a:xfrm>
            <a:off x="7064375" y="4552950"/>
            <a:ext cx="1294130" cy="90043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dockerfile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059940" y="4968875"/>
            <a:ext cx="8788400" cy="1651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180455" y="108585"/>
            <a:ext cx="5323205" cy="4466590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1331595" y="5405120"/>
            <a:ext cx="6928485" cy="36830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80035" y="476250"/>
            <a:ext cx="1433830" cy="3848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ym typeface="+mn-ea"/>
              </a:rPr>
              <a:t>api build up</a:t>
            </a:r>
            <a:endParaRPr lang="en-US" altLang="zh-CN">
              <a:sym typeface="+mn-ea"/>
            </a:endParaRPr>
          </a:p>
        </p:txBody>
      </p:sp>
      <p:sp>
        <p:nvSpPr>
          <p:cNvPr id="9" name="左大括号 8"/>
          <p:cNvSpPr/>
          <p:nvPr/>
        </p:nvSpPr>
        <p:spPr>
          <a:xfrm>
            <a:off x="1713865" y="185420"/>
            <a:ext cx="490855" cy="276860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261235" y="16891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env analysis and </a:t>
            </a:r>
            <a:endParaRPr lang="en-US" altLang="zh-CN"/>
          </a:p>
          <a:p>
            <a:r>
              <a:rPr lang="en-US" altLang="zh-CN"/>
              <a:t>config in dockerfile</a:t>
            </a:r>
            <a:r>
              <a:rPr lang="zh-CN" altLang="en-US"/>
              <a:t>：</a:t>
            </a:r>
            <a:r>
              <a:rPr lang="zh-CN" altLang="en-US"/>
              <a:t>☑️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359660" y="26911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mock in </a:t>
            </a:r>
            <a:r>
              <a:rPr lang="en-US" altLang="zh-CN"/>
              <a:t>unitest</a:t>
            </a:r>
            <a:endParaRPr lang="en-US" altLang="zh-CN"/>
          </a:p>
        </p:txBody>
      </p:sp>
      <p:sp>
        <p:nvSpPr>
          <p:cNvPr id="13" name="圆角矩形 12"/>
          <p:cNvSpPr/>
          <p:nvPr>
            <p:custDataLst>
              <p:tags r:id="rId5"/>
            </p:custDataLst>
          </p:nvPr>
        </p:nvSpPr>
        <p:spPr>
          <a:xfrm>
            <a:off x="5934710" y="2200275"/>
            <a:ext cx="5814695" cy="199834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21665" y="4575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mock original OpenAI api or other </a:t>
            </a:r>
            <a:r>
              <a:rPr lang="en-US" altLang="zh-CN"/>
              <a:t>api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1018</Words>
  <Application>WPS 文字</Application>
  <PresentationFormat>宽屏</PresentationFormat>
  <Paragraphs>134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Apple Color Emoji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2019012683</cp:lastModifiedBy>
  <cp:revision>9</cp:revision>
  <dcterms:created xsi:type="dcterms:W3CDTF">2025-10-29T08:07:56Z</dcterms:created>
  <dcterms:modified xsi:type="dcterms:W3CDTF">2025-10-29T08:07:56Z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2052-6.9.0.8865</vt:lpwstr>
  </property>
  <property fmtid="{D5CDD505-2E9C-101B-9397-08002B2CF9AE}" pid="3" name="ICV">
    <vt:lpwstr>51A9EC90EF9F9ACD586B016904612D67_41</vt:lpwstr>
  </property>
</Properties>
</file>