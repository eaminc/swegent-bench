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3"/>
    <p:sldId id="258" r:id="rId4"/>
    <p:sldId id="256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92.xml"/><Relationship Id="rId98" Type="http://schemas.openxmlformats.org/officeDocument/2006/relationships/image" Target="../media/image6.png"/><Relationship Id="rId97" Type="http://schemas.openxmlformats.org/officeDocument/2006/relationships/tags" Target="../tags/tag91.xml"/><Relationship Id="rId96" Type="http://schemas.openxmlformats.org/officeDocument/2006/relationships/tags" Target="../tags/tag90.xml"/><Relationship Id="rId95" Type="http://schemas.openxmlformats.org/officeDocument/2006/relationships/tags" Target="../tags/tag89.xml"/><Relationship Id="rId94" Type="http://schemas.openxmlformats.org/officeDocument/2006/relationships/tags" Target="../tags/tag88.xml"/><Relationship Id="rId93" Type="http://schemas.openxmlformats.org/officeDocument/2006/relationships/tags" Target="../tags/tag87.xml"/><Relationship Id="rId92" Type="http://schemas.openxmlformats.org/officeDocument/2006/relationships/tags" Target="../tags/tag86.xml"/><Relationship Id="rId91" Type="http://schemas.openxmlformats.org/officeDocument/2006/relationships/tags" Target="../tags/tag85.xml"/><Relationship Id="rId90" Type="http://schemas.openxmlformats.org/officeDocument/2006/relationships/tags" Target="../tags/tag84.xml"/><Relationship Id="rId9" Type="http://schemas.openxmlformats.org/officeDocument/2006/relationships/tags" Target="../tags/tag7.xml"/><Relationship Id="rId89" Type="http://schemas.openxmlformats.org/officeDocument/2006/relationships/tags" Target="../tags/tag83.xml"/><Relationship Id="rId88" Type="http://schemas.openxmlformats.org/officeDocument/2006/relationships/tags" Target="../tags/tag82.xml"/><Relationship Id="rId87" Type="http://schemas.openxmlformats.org/officeDocument/2006/relationships/tags" Target="../tags/tag81.xml"/><Relationship Id="rId86" Type="http://schemas.openxmlformats.org/officeDocument/2006/relationships/tags" Target="../tags/tag80.xml"/><Relationship Id="rId85" Type="http://schemas.openxmlformats.org/officeDocument/2006/relationships/image" Target="../media/image5.png"/><Relationship Id="rId84" Type="http://schemas.openxmlformats.org/officeDocument/2006/relationships/tags" Target="../tags/tag79.xml"/><Relationship Id="rId83" Type="http://schemas.openxmlformats.org/officeDocument/2006/relationships/tags" Target="../tags/tag78.xml"/><Relationship Id="rId82" Type="http://schemas.openxmlformats.org/officeDocument/2006/relationships/tags" Target="../tags/tag77.xml"/><Relationship Id="rId81" Type="http://schemas.openxmlformats.org/officeDocument/2006/relationships/tags" Target="../tags/tag76.xml"/><Relationship Id="rId80" Type="http://schemas.openxmlformats.org/officeDocument/2006/relationships/tags" Target="../tags/tag75.xml"/><Relationship Id="rId8" Type="http://schemas.openxmlformats.org/officeDocument/2006/relationships/tags" Target="../tags/tag6.xml"/><Relationship Id="rId79" Type="http://schemas.openxmlformats.org/officeDocument/2006/relationships/tags" Target="../tags/tag74.xml"/><Relationship Id="rId78" Type="http://schemas.openxmlformats.org/officeDocument/2006/relationships/tags" Target="../tags/tag73.xml"/><Relationship Id="rId77" Type="http://schemas.openxmlformats.org/officeDocument/2006/relationships/tags" Target="../tags/tag72.xml"/><Relationship Id="rId76" Type="http://schemas.openxmlformats.org/officeDocument/2006/relationships/image" Target="../media/image4.png"/><Relationship Id="rId75" Type="http://schemas.openxmlformats.org/officeDocument/2006/relationships/tags" Target="../tags/tag71.xml"/><Relationship Id="rId74" Type="http://schemas.openxmlformats.org/officeDocument/2006/relationships/tags" Target="../tags/tag70.xml"/><Relationship Id="rId73" Type="http://schemas.openxmlformats.org/officeDocument/2006/relationships/tags" Target="../tags/tag69.xml"/><Relationship Id="rId72" Type="http://schemas.openxmlformats.org/officeDocument/2006/relationships/tags" Target="../tags/tag68.xml"/><Relationship Id="rId71" Type="http://schemas.openxmlformats.org/officeDocument/2006/relationships/tags" Target="../tags/tag67.xml"/><Relationship Id="rId70" Type="http://schemas.openxmlformats.org/officeDocument/2006/relationships/tags" Target="../tags/tag66.xml"/><Relationship Id="rId7" Type="http://schemas.openxmlformats.org/officeDocument/2006/relationships/image" Target="../media/image2.png"/><Relationship Id="rId69" Type="http://schemas.openxmlformats.org/officeDocument/2006/relationships/tags" Target="../tags/tag65.xml"/><Relationship Id="rId68" Type="http://schemas.openxmlformats.org/officeDocument/2006/relationships/tags" Target="../tags/tag64.xml"/><Relationship Id="rId67" Type="http://schemas.openxmlformats.org/officeDocument/2006/relationships/tags" Target="../tags/tag63.xml"/><Relationship Id="rId66" Type="http://schemas.openxmlformats.org/officeDocument/2006/relationships/tags" Target="../tags/tag62.xml"/><Relationship Id="rId65" Type="http://schemas.openxmlformats.org/officeDocument/2006/relationships/tags" Target="../tags/tag61.xml"/><Relationship Id="rId64" Type="http://schemas.openxmlformats.org/officeDocument/2006/relationships/tags" Target="../tags/tag60.xml"/><Relationship Id="rId63" Type="http://schemas.openxmlformats.org/officeDocument/2006/relationships/slide" Target="slide3.xml"/><Relationship Id="rId62" Type="http://schemas.openxmlformats.org/officeDocument/2006/relationships/tags" Target="../tags/tag59.xml"/><Relationship Id="rId61" Type="http://schemas.openxmlformats.org/officeDocument/2006/relationships/tags" Target="../tags/tag58.xml"/><Relationship Id="rId60" Type="http://schemas.openxmlformats.org/officeDocument/2006/relationships/tags" Target="../tags/tag57.xml"/><Relationship Id="rId6" Type="http://schemas.openxmlformats.org/officeDocument/2006/relationships/tags" Target="../tags/tag5.xml"/><Relationship Id="rId59" Type="http://schemas.openxmlformats.org/officeDocument/2006/relationships/tags" Target="../tags/tag56.xml"/><Relationship Id="rId58" Type="http://schemas.openxmlformats.org/officeDocument/2006/relationships/tags" Target="../tags/tag55.xml"/><Relationship Id="rId57" Type="http://schemas.openxmlformats.org/officeDocument/2006/relationships/image" Target="../media/image3.png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4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3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image" Target="../media/image1.png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6" Type="http://schemas.openxmlformats.org/officeDocument/2006/relationships/slideLayout" Target="../slideLayouts/slideLayout1.xml"/><Relationship Id="rId105" Type="http://schemas.openxmlformats.org/officeDocument/2006/relationships/tags" Target="../tags/tag97.xml"/><Relationship Id="rId104" Type="http://schemas.openxmlformats.org/officeDocument/2006/relationships/tags" Target="../tags/tag96.xml"/><Relationship Id="rId103" Type="http://schemas.openxmlformats.org/officeDocument/2006/relationships/tags" Target="../tags/tag95.xml"/><Relationship Id="rId102" Type="http://schemas.openxmlformats.org/officeDocument/2006/relationships/tags" Target="../tags/tag94.xml"/><Relationship Id="rId101" Type="http://schemas.openxmlformats.org/officeDocument/2006/relationships/tags" Target="../tags/tag93.xml"/><Relationship Id="rId100" Type="http://schemas.openxmlformats.org/officeDocument/2006/relationships/image" Target="../media/image7.png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189.xml"/><Relationship Id="rId98" Type="http://schemas.openxmlformats.org/officeDocument/2006/relationships/tags" Target="../tags/tag188.xml"/><Relationship Id="rId97" Type="http://schemas.openxmlformats.org/officeDocument/2006/relationships/tags" Target="../tags/tag187.xml"/><Relationship Id="rId96" Type="http://schemas.openxmlformats.org/officeDocument/2006/relationships/tags" Target="../tags/tag186.xml"/><Relationship Id="rId95" Type="http://schemas.openxmlformats.org/officeDocument/2006/relationships/tags" Target="../tags/tag185.xml"/><Relationship Id="rId94" Type="http://schemas.openxmlformats.org/officeDocument/2006/relationships/tags" Target="../tags/tag184.xml"/><Relationship Id="rId93" Type="http://schemas.openxmlformats.org/officeDocument/2006/relationships/tags" Target="../tags/tag183.xml"/><Relationship Id="rId92" Type="http://schemas.openxmlformats.org/officeDocument/2006/relationships/tags" Target="../tags/tag182.xml"/><Relationship Id="rId91" Type="http://schemas.openxmlformats.org/officeDocument/2006/relationships/tags" Target="../tags/tag181.xml"/><Relationship Id="rId90" Type="http://schemas.openxmlformats.org/officeDocument/2006/relationships/tags" Target="../tags/tag180.xml"/><Relationship Id="rId9" Type="http://schemas.openxmlformats.org/officeDocument/2006/relationships/tags" Target="../tags/tag104.xml"/><Relationship Id="rId89" Type="http://schemas.openxmlformats.org/officeDocument/2006/relationships/image" Target="../media/image11.png"/><Relationship Id="rId88" Type="http://schemas.openxmlformats.org/officeDocument/2006/relationships/tags" Target="../tags/tag179.xml"/><Relationship Id="rId87" Type="http://schemas.openxmlformats.org/officeDocument/2006/relationships/tags" Target="../tags/tag178.xml"/><Relationship Id="rId86" Type="http://schemas.openxmlformats.org/officeDocument/2006/relationships/tags" Target="../tags/tag177.xml"/><Relationship Id="rId85" Type="http://schemas.openxmlformats.org/officeDocument/2006/relationships/tags" Target="../tags/tag176.xml"/><Relationship Id="rId84" Type="http://schemas.openxmlformats.org/officeDocument/2006/relationships/tags" Target="../tags/tag175.xml"/><Relationship Id="rId83" Type="http://schemas.openxmlformats.org/officeDocument/2006/relationships/tags" Target="../tags/tag174.xml"/><Relationship Id="rId82" Type="http://schemas.openxmlformats.org/officeDocument/2006/relationships/tags" Target="../tags/tag173.xml"/><Relationship Id="rId81" Type="http://schemas.openxmlformats.org/officeDocument/2006/relationships/tags" Target="../tags/tag172.xml"/><Relationship Id="rId80" Type="http://schemas.openxmlformats.org/officeDocument/2006/relationships/image" Target="../media/image10.png"/><Relationship Id="rId8" Type="http://schemas.openxmlformats.org/officeDocument/2006/relationships/tags" Target="../tags/tag103.xml"/><Relationship Id="rId79" Type="http://schemas.openxmlformats.org/officeDocument/2006/relationships/tags" Target="../tags/tag171.xml"/><Relationship Id="rId78" Type="http://schemas.openxmlformats.org/officeDocument/2006/relationships/tags" Target="../tags/tag170.xml"/><Relationship Id="rId77" Type="http://schemas.openxmlformats.org/officeDocument/2006/relationships/tags" Target="../tags/tag169.xml"/><Relationship Id="rId76" Type="http://schemas.openxmlformats.org/officeDocument/2006/relationships/tags" Target="../tags/tag168.xml"/><Relationship Id="rId75" Type="http://schemas.openxmlformats.org/officeDocument/2006/relationships/image" Target="../media/image3.png"/><Relationship Id="rId74" Type="http://schemas.openxmlformats.org/officeDocument/2006/relationships/tags" Target="../tags/tag167.xml"/><Relationship Id="rId73" Type="http://schemas.openxmlformats.org/officeDocument/2006/relationships/tags" Target="../tags/tag166.xml"/><Relationship Id="rId72" Type="http://schemas.openxmlformats.org/officeDocument/2006/relationships/tags" Target="../tags/tag165.xml"/><Relationship Id="rId71" Type="http://schemas.openxmlformats.org/officeDocument/2006/relationships/tags" Target="../tags/tag164.xml"/><Relationship Id="rId70" Type="http://schemas.openxmlformats.org/officeDocument/2006/relationships/tags" Target="../tags/tag163.xml"/><Relationship Id="rId7" Type="http://schemas.openxmlformats.org/officeDocument/2006/relationships/image" Target="../media/image2.png"/><Relationship Id="rId69" Type="http://schemas.openxmlformats.org/officeDocument/2006/relationships/tags" Target="../tags/tag162.xml"/><Relationship Id="rId68" Type="http://schemas.openxmlformats.org/officeDocument/2006/relationships/tags" Target="../tags/tag161.xml"/><Relationship Id="rId67" Type="http://schemas.openxmlformats.org/officeDocument/2006/relationships/tags" Target="../tags/tag160.xml"/><Relationship Id="rId66" Type="http://schemas.openxmlformats.org/officeDocument/2006/relationships/tags" Target="../tags/tag159.xml"/><Relationship Id="rId65" Type="http://schemas.openxmlformats.org/officeDocument/2006/relationships/tags" Target="../tags/tag158.xml"/><Relationship Id="rId64" Type="http://schemas.openxmlformats.org/officeDocument/2006/relationships/tags" Target="../tags/tag157.xml"/><Relationship Id="rId63" Type="http://schemas.openxmlformats.org/officeDocument/2006/relationships/tags" Target="../tags/tag156.xml"/><Relationship Id="rId62" Type="http://schemas.openxmlformats.org/officeDocument/2006/relationships/tags" Target="../tags/tag155.xml"/><Relationship Id="rId61" Type="http://schemas.openxmlformats.org/officeDocument/2006/relationships/tags" Target="../tags/tag154.xml"/><Relationship Id="rId60" Type="http://schemas.openxmlformats.org/officeDocument/2006/relationships/tags" Target="../tags/tag153.xml"/><Relationship Id="rId6" Type="http://schemas.openxmlformats.org/officeDocument/2006/relationships/tags" Target="../tags/tag102.xml"/><Relationship Id="rId59" Type="http://schemas.openxmlformats.org/officeDocument/2006/relationships/image" Target="../media/image9.png"/><Relationship Id="rId58" Type="http://schemas.openxmlformats.org/officeDocument/2006/relationships/tags" Target="../tags/tag152.xml"/><Relationship Id="rId57" Type="http://schemas.openxmlformats.org/officeDocument/2006/relationships/image" Target="../media/image8.png"/><Relationship Id="rId56" Type="http://schemas.openxmlformats.org/officeDocument/2006/relationships/tags" Target="../tags/tag151.xml"/><Relationship Id="rId55" Type="http://schemas.openxmlformats.org/officeDocument/2006/relationships/tags" Target="../tags/tag150.xml"/><Relationship Id="rId54" Type="http://schemas.openxmlformats.org/officeDocument/2006/relationships/tags" Target="../tags/tag149.xml"/><Relationship Id="rId53" Type="http://schemas.openxmlformats.org/officeDocument/2006/relationships/tags" Target="../tags/tag148.xml"/><Relationship Id="rId52" Type="http://schemas.openxmlformats.org/officeDocument/2006/relationships/tags" Target="../tags/tag147.xml"/><Relationship Id="rId51" Type="http://schemas.openxmlformats.org/officeDocument/2006/relationships/tags" Target="../tags/tag146.xml"/><Relationship Id="rId50" Type="http://schemas.openxmlformats.org/officeDocument/2006/relationships/tags" Target="../tags/tag145.xml"/><Relationship Id="rId5" Type="http://schemas.openxmlformats.org/officeDocument/2006/relationships/tags" Target="../tags/tag101.xml"/><Relationship Id="rId49" Type="http://schemas.openxmlformats.org/officeDocument/2006/relationships/tags" Target="../tags/tag144.xml"/><Relationship Id="rId48" Type="http://schemas.openxmlformats.org/officeDocument/2006/relationships/tags" Target="../tags/tag143.xml"/><Relationship Id="rId47" Type="http://schemas.openxmlformats.org/officeDocument/2006/relationships/tags" Target="../tags/tag142.xml"/><Relationship Id="rId46" Type="http://schemas.openxmlformats.org/officeDocument/2006/relationships/tags" Target="../tags/tag141.xml"/><Relationship Id="rId45" Type="http://schemas.openxmlformats.org/officeDocument/2006/relationships/tags" Target="../tags/tag140.xml"/><Relationship Id="rId44" Type="http://schemas.openxmlformats.org/officeDocument/2006/relationships/tags" Target="../tags/tag139.xml"/><Relationship Id="rId43" Type="http://schemas.openxmlformats.org/officeDocument/2006/relationships/tags" Target="../tags/tag138.xml"/><Relationship Id="rId42" Type="http://schemas.openxmlformats.org/officeDocument/2006/relationships/tags" Target="../tags/tag137.xml"/><Relationship Id="rId41" Type="http://schemas.openxmlformats.org/officeDocument/2006/relationships/tags" Target="../tags/tag136.xml"/><Relationship Id="rId40" Type="http://schemas.openxmlformats.org/officeDocument/2006/relationships/tags" Target="../tags/tag135.xml"/><Relationship Id="rId4" Type="http://schemas.openxmlformats.org/officeDocument/2006/relationships/tags" Target="../tags/tag100.xml"/><Relationship Id="rId39" Type="http://schemas.openxmlformats.org/officeDocument/2006/relationships/tags" Target="../tags/tag134.xml"/><Relationship Id="rId38" Type="http://schemas.openxmlformats.org/officeDocument/2006/relationships/tags" Target="../tags/tag133.xml"/><Relationship Id="rId37" Type="http://schemas.openxmlformats.org/officeDocument/2006/relationships/tags" Target="../tags/tag132.xml"/><Relationship Id="rId36" Type="http://schemas.openxmlformats.org/officeDocument/2006/relationships/tags" Target="../tags/tag131.xml"/><Relationship Id="rId35" Type="http://schemas.openxmlformats.org/officeDocument/2006/relationships/tags" Target="../tags/tag130.xml"/><Relationship Id="rId34" Type="http://schemas.openxmlformats.org/officeDocument/2006/relationships/tags" Target="../tags/tag129.xml"/><Relationship Id="rId33" Type="http://schemas.openxmlformats.org/officeDocument/2006/relationships/tags" Target="../tags/tag128.xml"/><Relationship Id="rId32" Type="http://schemas.openxmlformats.org/officeDocument/2006/relationships/tags" Target="../tags/tag127.xml"/><Relationship Id="rId31" Type="http://schemas.openxmlformats.org/officeDocument/2006/relationships/tags" Target="../tags/tag126.xml"/><Relationship Id="rId30" Type="http://schemas.openxmlformats.org/officeDocument/2006/relationships/tags" Target="../tags/tag125.xml"/><Relationship Id="rId3" Type="http://schemas.openxmlformats.org/officeDocument/2006/relationships/image" Target="../media/image1.png"/><Relationship Id="rId29" Type="http://schemas.openxmlformats.org/officeDocument/2006/relationships/tags" Target="../tags/tag124.xml"/><Relationship Id="rId28" Type="http://schemas.openxmlformats.org/officeDocument/2006/relationships/tags" Target="../tags/tag123.xml"/><Relationship Id="rId27" Type="http://schemas.openxmlformats.org/officeDocument/2006/relationships/tags" Target="../tags/tag122.xml"/><Relationship Id="rId26" Type="http://schemas.openxmlformats.org/officeDocument/2006/relationships/tags" Target="../tags/tag121.xml"/><Relationship Id="rId25" Type="http://schemas.openxmlformats.org/officeDocument/2006/relationships/tags" Target="../tags/tag120.xml"/><Relationship Id="rId24" Type="http://schemas.openxmlformats.org/officeDocument/2006/relationships/tags" Target="../tags/tag119.xml"/><Relationship Id="rId23" Type="http://schemas.openxmlformats.org/officeDocument/2006/relationships/tags" Target="../tags/tag118.xml"/><Relationship Id="rId22" Type="http://schemas.openxmlformats.org/officeDocument/2006/relationships/tags" Target="../tags/tag117.xml"/><Relationship Id="rId21" Type="http://schemas.openxmlformats.org/officeDocument/2006/relationships/tags" Target="../tags/tag116.xml"/><Relationship Id="rId20" Type="http://schemas.openxmlformats.org/officeDocument/2006/relationships/tags" Target="../tags/tag115.xml"/><Relationship Id="rId2" Type="http://schemas.openxmlformats.org/officeDocument/2006/relationships/tags" Target="../tags/tag99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tags" Target="../tags/tag108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0" Type="http://schemas.openxmlformats.org/officeDocument/2006/relationships/slideLayout" Target="../slideLayouts/slideLayout2.xml"/><Relationship Id="rId10" Type="http://schemas.openxmlformats.org/officeDocument/2006/relationships/tags" Target="../tags/tag105.xml"/><Relationship Id="rId1" Type="http://schemas.openxmlformats.org/officeDocument/2006/relationships/tags" Target="../tags/tag98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tags" Target="../tags/tag191.xml"/><Relationship Id="rId2" Type="http://schemas.openxmlformats.org/officeDocument/2006/relationships/image" Target="../media/image12.png"/><Relationship Id="rId1" Type="http://schemas.openxmlformats.org/officeDocument/2006/relationships/tags" Target="../tags/tag1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28270" y="100266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github repo</a:t>
            </a:r>
            <a:endParaRPr lang="en-US" altLang="zh-CN" sz="1000"/>
          </a:p>
        </p:txBody>
      </p:sp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229870" y="419735"/>
            <a:ext cx="786765" cy="638175"/>
          </a:xfrm>
          <a:prstGeom prst="rect">
            <a:avLst/>
          </a:prstGeom>
        </p:spPr>
      </p:pic>
      <p:sp>
        <p:nvSpPr>
          <p:cNvPr id="6" name="右箭头 5"/>
          <p:cNvSpPr/>
          <p:nvPr>
            <p:custDataLst>
              <p:tags r:id="rId4"/>
            </p:custDataLst>
          </p:nvPr>
        </p:nvSpPr>
        <p:spPr>
          <a:xfrm>
            <a:off x="1078230" y="63627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3"/>
          <a:srcRect l="10089" t="10050"/>
        </p:blipFill>
        <p:spPr>
          <a:xfrm>
            <a:off x="1640840" y="483870"/>
            <a:ext cx="707390" cy="5740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1438910" y="212725"/>
            <a:ext cx="275590" cy="3683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140970" y="67310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70180" y="25400"/>
            <a:ext cx="50038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rule-based</a:t>
            </a:r>
            <a:endParaRPr lang="en-US" altLang="zh-CN" sz="500"/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615315" y="67945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644525" y="26035"/>
            <a:ext cx="50038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ai-based</a:t>
            </a:r>
            <a:endParaRPr lang="en-US" altLang="zh-CN" sz="500"/>
          </a:p>
        </p:txBody>
      </p:sp>
      <p:sp>
        <p:nvSpPr>
          <p:cNvPr id="13" name="矩形 12"/>
          <p:cNvSpPr/>
          <p:nvPr>
            <p:custDataLst>
              <p:tags r:id="rId12"/>
            </p:custDataLst>
          </p:nvPr>
        </p:nvSpPr>
        <p:spPr>
          <a:xfrm>
            <a:off x="1083945" y="58102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1244600" y="581025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550670" y="100266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agent repo</a:t>
            </a:r>
            <a:endParaRPr lang="en-US" altLang="zh-CN" sz="1000"/>
          </a:p>
        </p:txBody>
      </p:sp>
      <p:sp>
        <p:nvSpPr>
          <p:cNvPr id="17" name="右箭头 16"/>
          <p:cNvSpPr/>
          <p:nvPr>
            <p:custDataLst>
              <p:tags r:id="rId15"/>
            </p:custDataLst>
          </p:nvPr>
        </p:nvSpPr>
        <p:spPr>
          <a:xfrm>
            <a:off x="2409825" y="66484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6"/>
            </p:custDataLst>
          </p:nvPr>
        </p:nvSpPr>
        <p:spPr>
          <a:xfrm>
            <a:off x="2954655" y="4083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7"/>
            </p:custDataLst>
          </p:nvPr>
        </p:nvSpPr>
        <p:spPr>
          <a:xfrm>
            <a:off x="3262630" y="4083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8"/>
            </p:custDataLst>
          </p:nvPr>
        </p:nvSpPr>
        <p:spPr>
          <a:xfrm>
            <a:off x="2952115" y="5353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9"/>
            </p:custDataLst>
          </p:nvPr>
        </p:nvSpPr>
        <p:spPr>
          <a:xfrm>
            <a:off x="3260090" y="5353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20"/>
            </p:custDataLst>
          </p:nvPr>
        </p:nvSpPr>
        <p:spPr>
          <a:xfrm>
            <a:off x="2958465" y="6623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21"/>
            </p:custDataLst>
          </p:nvPr>
        </p:nvSpPr>
        <p:spPr>
          <a:xfrm>
            <a:off x="3266440" y="6623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22"/>
            </p:custDataLst>
          </p:nvPr>
        </p:nvSpPr>
        <p:spPr>
          <a:xfrm>
            <a:off x="2955925" y="7893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23"/>
            </p:custDataLst>
          </p:nvPr>
        </p:nvSpPr>
        <p:spPr>
          <a:xfrm>
            <a:off x="3263900" y="7893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24"/>
            </p:custDataLst>
          </p:nvPr>
        </p:nvSpPr>
        <p:spPr>
          <a:xfrm>
            <a:off x="2958465" y="90487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>
            <p:custDataLst>
              <p:tags r:id="rId25"/>
            </p:custDataLst>
          </p:nvPr>
        </p:nvSpPr>
        <p:spPr>
          <a:xfrm>
            <a:off x="3266440" y="90487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>
            <a:stCxn id="19" idx="6"/>
            <a:endCxn id="20" idx="2"/>
          </p:cNvCxnSpPr>
          <p:nvPr>
            <p:custDataLst>
              <p:tags r:id="rId26"/>
            </p:custDataLst>
          </p:nvPr>
        </p:nvCxnSpPr>
        <p:spPr>
          <a:xfrm>
            <a:off x="3030220" y="446405"/>
            <a:ext cx="232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endCxn id="28" idx="2"/>
          </p:cNvCxnSpPr>
          <p:nvPr>
            <p:custDataLst>
              <p:tags r:id="rId27"/>
            </p:custDataLst>
          </p:nvPr>
        </p:nvCxnSpPr>
        <p:spPr>
          <a:xfrm>
            <a:off x="3034030" y="446405"/>
            <a:ext cx="232410" cy="2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8"/>
            </p:custDataLst>
          </p:nvPr>
        </p:nvCxnSpPr>
        <p:spPr>
          <a:xfrm>
            <a:off x="3034030" y="941070"/>
            <a:ext cx="232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29"/>
            </p:custDataLst>
          </p:nvPr>
        </p:nvCxnSpPr>
        <p:spPr>
          <a:xfrm>
            <a:off x="3034030" y="692785"/>
            <a:ext cx="233045" cy="254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endCxn id="30" idx="2"/>
          </p:cNvCxnSpPr>
          <p:nvPr>
            <p:custDataLst>
              <p:tags r:id="rId30"/>
            </p:custDataLst>
          </p:nvPr>
        </p:nvCxnSpPr>
        <p:spPr>
          <a:xfrm>
            <a:off x="3027680" y="592455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endCxn id="22" idx="2"/>
          </p:cNvCxnSpPr>
          <p:nvPr>
            <p:custDataLst>
              <p:tags r:id="rId31"/>
            </p:custDataLst>
          </p:nvPr>
        </p:nvCxnSpPr>
        <p:spPr>
          <a:xfrm flipV="1">
            <a:off x="3040380" y="573405"/>
            <a:ext cx="219710" cy="257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>
            <p:custDataLst>
              <p:tags r:id="rId32"/>
            </p:custDataLst>
          </p:nvPr>
        </p:nvSpPr>
        <p:spPr>
          <a:xfrm>
            <a:off x="2576195" y="984885"/>
            <a:ext cx="1069975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agent issue-pr</a:t>
            </a:r>
            <a:endParaRPr lang="en-US" altLang="zh-CN" sz="1000"/>
          </a:p>
        </p:txBody>
      </p:sp>
      <p:sp>
        <p:nvSpPr>
          <p:cNvPr id="47" name="矩形 46"/>
          <p:cNvSpPr/>
          <p:nvPr>
            <p:custDataLst>
              <p:tags r:id="rId33"/>
            </p:custDataLst>
          </p:nvPr>
        </p:nvSpPr>
        <p:spPr>
          <a:xfrm>
            <a:off x="2409825" y="61658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34"/>
            </p:custDataLst>
          </p:nvPr>
        </p:nvSpPr>
        <p:spPr>
          <a:xfrm>
            <a:off x="2576195" y="616585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49" name="右箭头 48"/>
          <p:cNvSpPr/>
          <p:nvPr>
            <p:custDataLst>
              <p:tags r:id="rId35"/>
            </p:custDataLst>
          </p:nvPr>
        </p:nvSpPr>
        <p:spPr>
          <a:xfrm>
            <a:off x="3507105" y="63627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36"/>
            </p:custDataLst>
          </p:nvPr>
        </p:nvSpPr>
        <p:spPr>
          <a:xfrm>
            <a:off x="3517265" y="59245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>
            <p:custDataLst>
              <p:tags r:id="rId37"/>
            </p:custDataLst>
          </p:nvPr>
        </p:nvSpPr>
        <p:spPr>
          <a:xfrm>
            <a:off x="3986530" y="40640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>
            <p:custDataLst>
              <p:tags r:id="rId38"/>
            </p:custDataLst>
          </p:nvPr>
        </p:nvSpPr>
        <p:spPr>
          <a:xfrm>
            <a:off x="4294505" y="40640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>
            <p:custDataLst>
              <p:tags r:id="rId39"/>
            </p:custDataLst>
          </p:nvPr>
        </p:nvSpPr>
        <p:spPr>
          <a:xfrm>
            <a:off x="3983990" y="53340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40"/>
            </p:custDataLst>
          </p:nvPr>
        </p:nvSpPr>
        <p:spPr>
          <a:xfrm>
            <a:off x="4291965" y="53340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41"/>
            </p:custDataLst>
          </p:nvPr>
        </p:nvSpPr>
        <p:spPr>
          <a:xfrm>
            <a:off x="3990340" y="66040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42"/>
            </p:custDataLst>
          </p:nvPr>
        </p:nvSpPr>
        <p:spPr>
          <a:xfrm>
            <a:off x="4298315" y="66040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43"/>
            </p:custDataLst>
          </p:nvPr>
        </p:nvSpPr>
        <p:spPr>
          <a:xfrm>
            <a:off x="3987800" y="78740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椭圆 57"/>
          <p:cNvSpPr/>
          <p:nvPr>
            <p:custDataLst>
              <p:tags r:id="rId44"/>
            </p:custDataLst>
          </p:nvPr>
        </p:nvSpPr>
        <p:spPr>
          <a:xfrm>
            <a:off x="4295775" y="78740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>
            <p:custDataLst>
              <p:tags r:id="rId45"/>
            </p:custDataLst>
          </p:nvPr>
        </p:nvSpPr>
        <p:spPr>
          <a:xfrm>
            <a:off x="3990340" y="90297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椭圆 59"/>
          <p:cNvSpPr/>
          <p:nvPr>
            <p:custDataLst>
              <p:tags r:id="rId46"/>
            </p:custDataLst>
          </p:nvPr>
        </p:nvSpPr>
        <p:spPr>
          <a:xfrm>
            <a:off x="4298315" y="90297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>
            <a:stCxn id="51" idx="6"/>
            <a:endCxn id="52" idx="2"/>
          </p:cNvCxnSpPr>
          <p:nvPr>
            <p:custDataLst>
              <p:tags r:id="rId47"/>
            </p:custDataLst>
          </p:nvPr>
        </p:nvCxnSpPr>
        <p:spPr>
          <a:xfrm>
            <a:off x="4062095" y="444500"/>
            <a:ext cx="232410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endCxn id="56" idx="2"/>
          </p:cNvCxnSpPr>
          <p:nvPr>
            <p:custDataLst>
              <p:tags r:id="rId48"/>
            </p:custDataLst>
          </p:nvPr>
        </p:nvCxnSpPr>
        <p:spPr>
          <a:xfrm>
            <a:off x="4065905" y="444500"/>
            <a:ext cx="232410" cy="25400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>
            <p:custDataLst>
              <p:tags r:id="rId49"/>
            </p:custDataLst>
          </p:nvPr>
        </p:nvCxnSpPr>
        <p:spPr>
          <a:xfrm>
            <a:off x="4065905" y="939165"/>
            <a:ext cx="232410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>
            <p:custDataLst>
              <p:tags r:id="rId50"/>
            </p:custDataLst>
          </p:nvPr>
        </p:nvCxnSpPr>
        <p:spPr>
          <a:xfrm>
            <a:off x="4065905" y="690880"/>
            <a:ext cx="233045" cy="254635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endCxn id="58" idx="2"/>
          </p:cNvCxnSpPr>
          <p:nvPr>
            <p:custDataLst>
              <p:tags r:id="rId51"/>
            </p:custDataLst>
          </p:nvPr>
        </p:nvCxnSpPr>
        <p:spPr>
          <a:xfrm>
            <a:off x="4059555" y="590550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endCxn id="54" idx="2"/>
          </p:cNvCxnSpPr>
          <p:nvPr>
            <p:custDataLst>
              <p:tags r:id="rId52"/>
            </p:custDataLst>
          </p:nvPr>
        </p:nvCxnSpPr>
        <p:spPr>
          <a:xfrm flipV="1">
            <a:off x="4072255" y="571500"/>
            <a:ext cx="219710" cy="257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>
            <p:custDataLst>
              <p:tags r:id="rId53"/>
            </p:custDataLst>
          </p:nvPr>
        </p:nvSpPr>
        <p:spPr>
          <a:xfrm>
            <a:off x="3915410" y="1002665"/>
            <a:ext cx="640080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1-1 pair</a:t>
            </a:r>
            <a:endParaRPr lang="en-US" altLang="zh-CN" sz="1000"/>
          </a:p>
        </p:txBody>
      </p:sp>
      <p:sp>
        <p:nvSpPr>
          <p:cNvPr id="68" name="右箭头 67"/>
          <p:cNvSpPr/>
          <p:nvPr>
            <p:custDataLst>
              <p:tags r:id="rId54"/>
            </p:custDataLst>
          </p:nvPr>
        </p:nvSpPr>
        <p:spPr>
          <a:xfrm>
            <a:off x="4555490" y="61087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9" name="图片 68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5229225" y="483870"/>
            <a:ext cx="275590" cy="368300"/>
          </a:xfrm>
          <a:prstGeom prst="rect">
            <a:avLst/>
          </a:prstGeom>
        </p:spPr>
      </p:pic>
      <p:pic>
        <p:nvPicPr>
          <p:cNvPr id="70" name="图片 69"/>
          <p:cNvPicPr/>
          <p:nvPr>
            <p:custDataLst>
              <p:tags r:id="rId56"/>
            </p:custDataLst>
          </p:nvPr>
        </p:nvPicPr>
        <p:blipFill>
          <a:blip r:embed="rId57"/>
        </p:blipFill>
        <p:spPr>
          <a:xfrm>
            <a:off x="5659120" y="502920"/>
            <a:ext cx="342900" cy="304165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58"/>
            </p:custDataLst>
          </p:nvPr>
        </p:nvSpPr>
        <p:spPr>
          <a:xfrm>
            <a:off x="5073015" y="904875"/>
            <a:ext cx="1340485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agent docker build</a:t>
            </a:r>
            <a:endParaRPr lang="en-US" altLang="zh-CN" sz="1000"/>
          </a:p>
        </p:txBody>
      </p:sp>
      <p:sp>
        <p:nvSpPr>
          <p:cNvPr id="72" name="椭圆 71"/>
          <p:cNvSpPr/>
          <p:nvPr>
            <p:custDataLst>
              <p:tags r:id="rId59"/>
            </p:custDataLst>
          </p:nvPr>
        </p:nvSpPr>
        <p:spPr>
          <a:xfrm>
            <a:off x="254635" y="18675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椭圆 72"/>
          <p:cNvSpPr/>
          <p:nvPr>
            <p:custDataLst>
              <p:tags r:id="rId60"/>
            </p:custDataLst>
          </p:nvPr>
        </p:nvSpPr>
        <p:spPr>
          <a:xfrm>
            <a:off x="568960" y="21215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4" name="直接连接符 73"/>
          <p:cNvCxnSpPr>
            <a:endCxn id="73" idx="2"/>
          </p:cNvCxnSpPr>
          <p:nvPr>
            <p:custDataLst>
              <p:tags r:id="rId61"/>
            </p:custDataLst>
          </p:nvPr>
        </p:nvCxnSpPr>
        <p:spPr>
          <a:xfrm>
            <a:off x="331470" y="1924685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>
            <p:custDataLst>
              <p:tags r:id="rId62"/>
            </p:custDataLst>
          </p:nvPr>
        </p:nvSpPr>
        <p:spPr>
          <a:xfrm>
            <a:off x="73025" y="219710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issue_</a:t>
            </a:r>
            <a:r>
              <a:rPr lang="en-US" altLang="zh-CN" sz="1000">
                <a:hlinkClick r:id="rId63" action="ppaction://hlinksldjump"/>
              </a:rPr>
              <a:t>128</a:t>
            </a:r>
            <a:endParaRPr lang="en-US" altLang="zh-CN" sz="1000"/>
          </a:p>
        </p:txBody>
      </p:sp>
      <p:sp>
        <p:nvSpPr>
          <p:cNvPr id="79" name="右箭头 78"/>
          <p:cNvSpPr/>
          <p:nvPr>
            <p:custDataLst>
              <p:tags r:id="rId64"/>
            </p:custDataLst>
          </p:nvPr>
        </p:nvSpPr>
        <p:spPr>
          <a:xfrm>
            <a:off x="1030605" y="195770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0" name="图片 79"/>
          <p:cNvPicPr/>
          <p:nvPr>
            <p:custDataLst>
              <p:tags r:id="rId65"/>
            </p:custDataLst>
          </p:nvPr>
        </p:nvPicPr>
        <p:blipFill>
          <a:blip r:embed="rId3"/>
        </p:blipFill>
        <p:spPr>
          <a:xfrm>
            <a:off x="1623060" y="3110230"/>
            <a:ext cx="786765" cy="638175"/>
          </a:xfrm>
          <a:prstGeom prst="rect">
            <a:avLst/>
          </a:prstGeom>
        </p:spPr>
      </p:pic>
      <p:sp>
        <p:nvSpPr>
          <p:cNvPr id="82" name="文本框 81"/>
          <p:cNvSpPr txBox="1"/>
          <p:nvPr>
            <p:custDataLst>
              <p:tags r:id="rId66"/>
            </p:custDataLst>
          </p:nvPr>
        </p:nvSpPr>
        <p:spPr>
          <a:xfrm>
            <a:off x="1623060" y="374840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agent repo</a:t>
            </a:r>
            <a:endParaRPr lang="en-US" altLang="zh-CN" sz="1000"/>
          </a:p>
        </p:txBody>
      </p:sp>
      <p:sp>
        <p:nvSpPr>
          <p:cNvPr id="83" name="文本框 82"/>
          <p:cNvSpPr txBox="1"/>
          <p:nvPr>
            <p:custDataLst>
              <p:tags r:id="rId67"/>
            </p:custDataLst>
          </p:nvPr>
        </p:nvSpPr>
        <p:spPr>
          <a:xfrm>
            <a:off x="1623060" y="1914525"/>
            <a:ext cx="8883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issue</a:t>
            </a:r>
            <a:endParaRPr lang="en-US" altLang="zh-CN" sz="1000"/>
          </a:p>
          <a:p>
            <a:r>
              <a:rPr lang="en-US" altLang="zh-CN" sz="1000"/>
              <a:t>pr</a:t>
            </a:r>
            <a:endParaRPr lang="en-US" altLang="zh-CN" sz="1000"/>
          </a:p>
          <a:p>
            <a:r>
              <a:rPr lang="en-US" altLang="zh-CN" sz="1000"/>
              <a:t>patch</a:t>
            </a:r>
            <a:endParaRPr lang="en-US" altLang="zh-CN" sz="1000"/>
          </a:p>
        </p:txBody>
      </p:sp>
      <p:sp>
        <p:nvSpPr>
          <p:cNvPr id="84" name="左大括号 83"/>
          <p:cNvSpPr/>
          <p:nvPr>
            <p:custDataLst>
              <p:tags r:id="rId68"/>
            </p:custDataLst>
          </p:nvPr>
        </p:nvSpPr>
        <p:spPr>
          <a:xfrm>
            <a:off x="1600200" y="1924685"/>
            <a:ext cx="75565" cy="55562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69"/>
            </p:custDataLst>
          </p:nvPr>
        </p:nvSpPr>
        <p:spPr>
          <a:xfrm>
            <a:off x="826135" y="171259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expand</a:t>
            </a:r>
            <a:endParaRPr lang="en-US" altLang="zh-CN" sz="1000"/>
          </a:p>
        </p:txBody>
      </p:sp>
      <p:sp>
        <p:nvSpPr>
          <p:cNvPr id="86" name="右箭头 85"/>
          <p:cNvSpPr/>
          <p:nvPr>
            <p:custDataLst>
              <p:tags r:id="rId70"/>
            </p:custDataLst>
          </p:nvPr>
        </p:nvSpPr>
        <p:spPr>
          <a:xfrm>
            <a:off x="2348230" y="199771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7" name="图片 86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2856230" y="1914525"/>
            <a:ext cx="275590" cy="368300"/>
          </a:xfrm>
          <a:prstGeom prst="rect">
            <a:avLst/>
          </a:prstGeom>
        </p:spPr>
      </p:pic>
      <p:sp>
        <p:nvSpPr>
          <p:cNvPr id="88" name="左大括号 87"/>
          <p:cNvSpPr/>
          <p:nvPr>
            <p:custDataLst>
              <p:tags r:id="rId72"/>
            </p:custDataLst>
          </p:nvPr>
        </p:nvSpPr>
        <p:spPr>
          <a:xfrm>
            <a:off x="3267075" y="1886585"/>
            <a:ext cx="75565" cy="55562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>
            <p:custDataLst>
              <p:tags r:id="rId73"/>
            </p:custDataLst>
          </p:nvPr>
        </p:nvSpPr>
        <p:spPr>
          <a:xfrm>
            <a:off x="3344545" y="1867535"/>
            <a:ext cx="1486535" cy="599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mocking unitest guide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mock api resources</a:t>
            </a:r>
            <a:endParaRPr lang="en-US" altLang="zh-CN" sz="1000"/>
          </a:p>
        </p:txBody>
      </p:sp>
      <p:sp>
        <p:nvSpPr>
          <p:cNvPr id="91" name="右箭头 90"/>
          <p:cNvSpPr/>
          <p:nvPr>
            <p:custDataLst>
              <p:tags r:id="rId74"/>
            </p:custDataLst>
          </p:nvPr>
        </p:nvSpPr>
        <p:spPr>
          <a:xfrm>
            <a:off x="4900295" y="199771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2" name="图片 91">
            <a:hlinkClick r:id="" action="ppaction://noaction"/>
          </p:cNvPr>
          <p:cNvPicPr/>
          <p:nvPr>
            <p:custDataLst>
              <p:tags r:id="rId75"/>
            </p:custDataLst>
          </p:nvPr>
        </p:nvPicPr>
        <p:blipFill>
          <a:blip r:embed="rId76"/>
        </p:blipFill>
        <p:spPr>
          <a:xfrm>
            <a:off x="5504180" y="1821815"/>
            <a:ext cx="499745" cy="470535"/>
          </a:xfrm>
          <a:prstGeom prst="rect">
            <a:avLst/>
          </a:prstGeom>
        </p:spPr>
      </p:pic>
      <p:sp>
        <p:nvSpPr>
          <p:cNvPr id="93" name="文本框 92"/>
          <p:cNvSpPr txBox="1"/>
          <p:nvPr>
            <p:custDataLst>
              <p:tags r:id="rId77"/>
            </p:custDataLst>
          </p:nvPr>
        </p:nvSpPr>
        <p:spPr>
          <a:xfrm>
            <a:off x="5417820" y="239649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test128.py</a:t>
            </a:r>
            <a:endParaRPr lang="en-US" altLang="zh-CN" sz="1000"/>
          </a:p>
        </p:txBody>
      </p:sp>
      <p:pic>
        <p:nvPicPr>
          <p:cNvPr id="94" name="图片 93"/>
          <p:cNvPicPr/>
          <p:nvPr>
            <p:custDataLst>
              <p:tags r:id="rId78"/>
            </p:custDataLst>
          </p:nvPr>
        </p:nvPicPr>
        <p:blipFill>
          <a:blip r:embed="rId57"/>
        </p:blipFill>
        <p:spPr>
          <a:xfrm>
            <a:off x="216535" y="4631690"/>
            <a:ext cx="342900" cy="304165"/>
          </a:xfrm>
          <a:prstGeom prst="rect">
            <a:avLst/>
          </a:prstGeom>
        </p:spPr>
      </p:pic>
      <p:pic>
        <p:nvPicPr>
          <p:cNvPr id="95" name="图片 94"/>
          <p:cNvPicPr/>
          <p:nvPr>
            <p:custDataLst>
              <p:tags r:id="rId79"/>
            </p:custDataLst>
          </p:nvPr>
        </p:nvPicPr>
        <p:blipFill>
          <a:blip r:embed="rId3"/>
        </p:blipFill>
        <p:spPr>
          <a:xfrm>
            <a:off x="690880" y="4052570"/>
            <a:ext cx="786765" cy="638175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80"/>
            </p:custDataLst>
          </p:nvPr>
        </p:nvSpPr>
        <p:spPr>
          <a:xfrm>
            <a:off x="690880" y="469074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buggy repo</a:t>
            </a:r>
            <a:endParaRPr lang="en-US" altLang="zh-CN" sz="1000"/>
          </a:p>
        </p:txBody>
      </p:sp>
      <p:pic>
        <p:nvPicPr>
          <p:cNvPr id="97" name="图片 96"/>
          <p:cNvPicPr/>
          <p:nvPr>
            <p:custDataLst>
              <p:tags r:id="rId81"/>
            </p:custDataLst>
          </p:nvPr>
        </p:nvPicPr>
        <p:blipFill>
          <a:blip r:embed="rId3"/>
        </p:blipFill>
        <p:spPr>
          <a:xfrm>
            <a:off x="734695" y="5012690"/>
            <a:ext cx="786765" cy="638175"/>
          </a:xfrm>
          <a:prstGeom prst="rect">
            <a:avLst/>
          </a:prstGeom>
        </p:spPr>
      </p:pic>
      <p:sp>
        <p:nvSpPr>
          <p:cNvPr id="98" name="文本框 97"/>
          <p:cNvSpPr txBox="1"/>
          <p:nvPr>
            <p:custDataLst>
              <p:tags r:id="rId82"/>
            </p:custDataLst>
          </p:nvPr>
        </p:nvSpPr>
        <p:spPr>
          <a:xfrm>
            <a:off x="734695" y="565086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buggy repo</a:t>
            </a:r>
            <a:endParaRPr lang="en-US" altLang="zh-CN" sz="1000"/>
          </a:p>
        </p:txBody>
      </p:sp>
      <p:sp>
        <p:nvSpPr>
          <p:cNvPr id="99" name="加号 98"/>
          <p:cNvSpPr/>
          <p:nvPr>
            <p:custDataLst>
              <p:tags r:id="rId83"/>
            </p:custDataLst>
          </p:nvPr>
        </p:nvSpPr>
        <p:spPr>
          <a:xfrm>
            <a:off x="1673860" y="5293995"/>
            <a:ext cx="200025" cy="208280"/>
          </a:xfrm>
          <a:prstGeom prst="mathPlus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0" name="图片 99"/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 r:embed="rId85"/>
          <a:stretch>
            <a:fillRect/>
          </a:stretch>
        </p:blipFill>
        <p:spPr>
          <a:xfrm>
            <a:off x="2096770" y="5248910"/>
            <a:ext cx="1238885" cy="253365"/>
          </a:xfrm>
          <a:prstGeom prst="rect">
            <a:avLst/>
          </a:prstGeom>
        </p:spPr>
      </p:pic>
      <p:sp>
        <p:nvSpPr>
          <p:cNvPr id="102" name="文本框 101"/>
          <p:cNvSpPr txBox="1"/>
          <p:nvPr>
            <p:custDataLst>
              <p:tags r:id="rId86"/>
            </p:custDataLst>
          </p:nvPr>
        </p:nvSpPr>
        <p:spPr>
          <a:xfrm>
            <a:off x="2485390" y="565086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fix patch</a:t>
            </a:r>
            <a:endParaRPr lang="en-US" altLang="zh-CN" sz="1000"/>
          </a:p>
        </p:txBody>
      </p:sp>
      <p:sp>
        <p:nvSpPr>
          <p:cNvPr id="103" name="右箭头 102"/>
          <p:cNvSpPr/>
          <p:nvPr>
            <p:custDataLst>
              <p:tags r:id="rId87"/>
            </p:custDataLst>
          </p:nvPr>
        </p:nvSpPr>
        <p:spPr>
          <a:xfrm>
            <a:off x="3757930" y="439229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右箭头 103"/>
          <p:cNvSpPr/>
          <p:nvPr>
            <p:custDataLst>
              <p:tags r:id="rId88"/>
            </p:custDataLst>
          </p:nvPr>
        </p:nvSpPr>
        <p:spPr>
          <a:xfrm>
            <a:off x="3757930" y="529399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5" name="图片 104"/>
          <p:cNvPicPr/>
          <p:nvPr>
            <p:custDataLst>
              <p:tags r:id="rId89"/>
            </p:custDataLst>
          </p:nvPr>
        </p:nvPicPr>
        <p:blipFill>
          <a:blip r:embed="rId76"/>
        </p:blipFill>
        <p:spPr>
          <a:xfrm>
            <a:off x="4506595" y="4542155"/>
            <a:ext cx="499745" cy="470535"/>
          </a:xfrm>
          <a:prstGeom prst="rect">
            <a:avLst/>
          </a:prstGeom>
        </p:spPr>
      </p:pic>
      <p:sp>
        <p:nvSpPr>
          <p:cNvPr id="106" name="文本框 105"/>
          <p:cNvSpPr txBox="1"/>
          <p:nvPr>
            <p:custDataLst>
              <p:tags r:id="rId90"/>
            </p:custDataLst>
          </p:nvPr>
        </p:nvSpPr>
        <p:spPr>
          <a:xfrm>
            <a:off x="4420235" y="511683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test128.py</a:t>
            </a:r>
            <a:endParaRPr lang="en-US" altLang="zh-CN" sz="1000"/>
          </a:p>
        </p:txBody>
      </p:sp>
      <p:sp>
        <p:nvSpPr>
          <p:cNvPr id="108" name="右箭头 107"/>
          <p:cNvSpPr/>
          <p:nvPr>
            <p:custDataLst>
              <p:tags r:id="rId91"/>
            </p:custDataLst>
          </p:nvPr>
        </p:nvSpPr>
        <p:spPr>
          <a:xfrm>
            <a:off x="5250815" y="439229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右箭头 108"/>
          <p:cNvSpPr/>
          <p:nvPr>
            <p:custDataLst>
              <p:tags r:id="rId92"/>
            </p:custDataLst>
          </p:nvPr>
        </p:nvSpPr>
        <p:spPr>
          <a:xfrm>
            <a:off x="5250815" y="529399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文本框 109"/>
          <p:cNvSpPr txBox="1"/>
          <p:nvPr>
            <p:custDataLst>
              <p:tags r:id="rId93"/>
            </p:custDataLst>
          </p:nvPr>
        </p:nvSpPr>
        <p:spPr>
          <a:xfrm>
            <a:off x="6002020" y="4690745"/>
            <a:ext cx="14865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bug reproduced</a:t>
            </a:r>
            <a:endParaRPr lang="en-US" altLang="zh-CN" sz="1000"/>
          </a:p>
        </p:txBody>
      </p:sp>
      <p:sp>
        <p:nvSpPr>
          <p:cNvPr id="112" name="文本框 111"/>
          <p:cNvSpPr txBox="1"/>
          <p:nvPr>
            <p:custDataLst>
              <p:tags r:id="rId94"/>
            </p:custDataLst>
          </p:nvPr>
        </p:nvSpPr>
        <p:spPr>
          <a:xfrm>
            <a:off x="6003925" y="5405755"/>
            <a:ext cx="14865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bug fixed</a:t>
            </a:r>
            <a:endParaRPr lang="en-US" altLang="zh-CN" sz="1000"/>
          </a:p>
        </p:txBody>
      </p:sp>
      <p:sp>
        <p:nvSpPr>
          <p:cNvPr id="113" name="矩形 112"/>
          <p:cNvSpPr/>
          <p:nvPr>
            <p:custDataLst>
              <p:tags r:id="rId95"/>
            </p:custDataLst>
          </p:nvPr>
        </p:nvSpPr>
        <p:spPr>
          <a:xfrm>
            <a:off x="83185" y="25400"/>
            <a:ext cx="4631055" cy="1260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4" name="文本框 113"/>
          <p:cNvSpPr txBox="1"/>
          <p:nvPr>
            <p:custDataLst>
              <p:tags r:id="rId96"/>
            </p:custDataLst>
          </p:nvPr>
        </p:nvSpPr>
        <p:spPr>
          <a:xfrm>
            <a:off x="4831080" y="99695"/>
            <a:ext cx="59397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</a:rPr>
              <a:t>for Alfin: from pipeline to deploy and conitunous growing</a:t>
            </a:r>
            <a:endParaRPr lang="en-US" altLang="zh-CN" sz="1400">
              <a:solidFill>
                <a:srgbClr val="FF0000"/>
              </a:solidFill>
            </a:endParaRPr>
          </a:p>
        </p:txBody>
      </p:sp>
      <p:pic>
        <p:nvPicPr>
          <p:cNvPr id="115" name="图片 114"/>
          <p:cNvPicPr>
            <a:picLocks noChangeAspect="1"/>
          </p:cNvPicPr>
          <p:nvPr>
            <p:custDataLst>
              <p:tags r:id="rId97"/>
            </p:custDataLst>
          </p:nvPr>
        </p:nvPicPr>
        <p:blipFill>
          <a:blip r:embed="rId98"/>
          <a:stretch>
            <a:fillRect/>
          </a:stretch>
        </p:blipFill>
        <p:spPr>
          <a:xfrm>
            <a:off x="6306185" y="4339590"/>
            <a:ext cx="330200" cy="292100"/>
          </a:xfrm>
          <a:prstGeom prst="rect">
            <a:avLst/>
          </a:prstGeom>
        </p:spPr>
      </p:pic>
      <p:pic>
        <p:nvPicPr>
          <p:cNvPr id="116" name="图片 115"/>
          <p:cNvPicPr>
            <a:picLocks noChangeAspect="1"/>
          </p:cNvPicPr>
          <p:nvPr>
            <p:custDataLst>
              <p:tags r:id="rId99"/>
            </p:custDataLst>
          </p:nvPr>
        </p:nvPicPr>
        <p:blipFill>
          <a:blip r:embed="rId100"/>
          <a:stretch>
            <a:fillRect/>
          </a:stretch>
        </p:blipFill>
        <p:spPr>
          <a:xfrm>
            <a:off x="6306185" y="5171440"/>
            <a:ext cx="330200" cy="190500"/>
          </a:xfrm>
          <a:prstGeom prst="rect">
            <a:avLst/>
          </a:prstGeom>
        </p:spPr>
      </p:pic>
      <p:sp>
        <p:nvSpPr>
          <p:cNvPr id="117" name="右箭头 116"/>
          <p:cNvSpPr/>
          <p:nvPr>
            <p:custDataLst>
              <p:tags r:id="rId101"/>
            </p:custDataLst>
          </p:nvPr>
        </p:nvSpPr>
        <p:spPr>
          <a:xfrm>
            <a:off x="7488555" y="493204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矩形 117"/>
          <p:cNvSpPr/>
          <p:nvPr>
            <p:custDataLst>
              <p:tags r:id="rId102"/>
            </p:custDataLst>
          </p:nvPr>
        </p:nvSpPr>
        <p:spPr>
          <a:xfrm>
            <a:off x="7576185" y="4852035"/>
            <a:ext cx="75565" cy="8382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文本框 118"/>
          <p:cNvSpPr txBox="1"/>
          <p:nvPr>
            <p:custDataLst>
              <p:tags r:id="rId103"/>
            </p:custDataLst>
          </p:nvPr>
        </p:nvSpPr>
        <p:spPr>
          <a:xfrm>
            <a:off x="8128000" y="4852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diliverable issue set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104"/>
            </p:custDataLst>
          </p:nvPr>
        </p:nvSpPr>
        <p:spPr>
          <a:xfrm>
            <a:off x="73025" y="1572260"/>
            <a:ext cx="11187430" cy="46012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105"/>
            </p:custDataLst>
          </p:nvPr>
        </p:nvSpPr>
        <p:spPr>
          <a:xfrm>
            <a:off x="5659120" y="1229995"/>
            <a:ext cx="6532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</a:rPr>
              <a:t>for Eamin: Add iteration correction and other agent issue(MCP) and so on</a:t>
            </a:r>
            <a:endParaRPr lang="en-US" altLang="zh-CN" sz="1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43535" y="195580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github repo</a:t>
            </a:r>
            <a:endParaRPr lang="en-US" altLang="zh-CN" sz="1000"/>
          </a:p>
        </p:txBody>
      </p:sp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445135" y="1372870"/>
            <a:ext cx="786765" cy="638175"/>
          </a:xfrm>
          <a:prstGeom prst="rect">
            <a:avLst/>
          </a:prstGeom>
        </p:spPr>
      </p:pic>
      <p:sp>
        <p:nvSpPr>
          <p:cNvPr id="6" name="右箭头 5"/>
          <p:cNvSpPr/>
          <p:nvPr>
            <p:custDataLst>
              <p:tags r:id="rId4"/>
            </p:custDataLst>
          </p:nvPr>
        </p:nvSpPr>
        <p:spPr>
          <a:xfrm>
            <a:off x="1293495" y="158940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3"/>
          <a:srcRect l="10089" t="10050"/>
        </p:blipFill>
        <p:spPr>
          <a:xfrm>
            <a:off x="1856105" y="1437005"/>
            <a:ext cx="707390" cy="5740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1654175" y="1165860"/>
            <a:ext cx="275590" cy="3683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356235" y="102044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385445" y="978535"/>
            <a:ext cx="50038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rule-based</a:t>
            </a:r>
            <a:endParaRPr lang="en-US" altLang="zh-CN" sz="500"/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830580" y="1021080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859790" y="979170"/>
            <a:ext cx="50038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ai-based</a:t>
            </a:r>
            <a:endParaRPr lang="en-US" altLang="zh-CN" sz="500"/>
          </a:p>
        </p:txBody>
      </p:sp>
      <p:sp>
        <p:nvSpPr>
          <p:cNvPr id="13" name="矩形 12"/>
          <p:cNvSpPr/>
          <p:nvPr>
            <p:custDataLst>
              <p:tags r:id="rId12"/>
            </p:custDataLst>
          </p:nvPr>
        </p:nvSpPr>
        <p:spPr>
          <a:xfrm>
            <a:off x="1299210" y="1534160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1459865" y="1534160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765935" y="195580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agent repo</a:t>
            </a:r>
            <a:endParaRPr lang="en-US" altLang="zh-CN" sz="1000"/>
          </a:p>
        </p:txBody>
      </p:sp>
      <p:sp>
        <p:nvSpPr>
          <p:cNvPr id="17" name="右箭头 16"/>
          <p:cNvSpPr/>
          <p:nvPr>
            <p:custDataLst>
              <p:tags r:id="rId15"/>
            </p:custDataLst>
          </p:nvPr>
        </p:nvSpPr>
        <p:spPr>
          <a:xfrm>
            <a:off x="2625090" y="161798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6"/>
            </p:custDataLst>
          </p:nvPr>
        </p:nvSpPr>
        <p:spPr>
          <a:xfrm>
            <a:off x="3169920" y="136144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7"/>
            </p:custDataLst>
          </p:nvPr>
        </p:nvSpPr>
        <p:spPr>
          <a:xfrm>
            <a:off x="3477895" y="136144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8"/>
            </p:custDataLst>
          </p:nvPr>
        </p:nvSpPr>
        <p:spPr>
          <a:xfrm>
            <a:off x="3167380" y="148844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9"/>
            </p:custDataLst>
          </p:nvPr>
        </p:nvSpPr>
        <p:spPr>
          <a:xfrm>
            <a:off x="3475355" y="148844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20"/>
            </p:custDataLst>
          </p:nvPr>
        </p:nvSpPr>
        <p:spPr>
          <a:xfrm>
            <a:off x="3173730" y="161544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21"/>
            </p:custDataLst>
          </p:nvPr>
        </p:nvSpPr>
        <p:spPr>
          <a:xfrm>
            <a:off x="3481705" y="161544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22"/>
            </p:custDataLst>
          </p:nvPr>
        </p:nvSpPr>
        <p:spPr>
          <a:xfrm>
            <a:off x="3171190" y="174244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23"/>
            </p:custDataLst>
          </p:nvPr>
        </p:nvSpPr>
        <p:spPr>
          <a:xfrm>
            <a:off x="3479165" y="174244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24"/>
            </p:custDataLst>
          </p:nvPr>
        </p:nvSpPr>
        <p:spPr>
          <a:xfrm>
            <a:off x="3173730" y="185801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>
            <p:custDataLst>
              <p:tags r:id="rId25"/>
            </p:custDataLst>
          </p:nvPr>
        </p:nvSpPr>
        <p:spPr>
          <a:xfrm>
            <a:off x="3481705" y="185801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>
            <a:stCxn id="19" idx="6"/>
            <a:endCxn id="20" idx="2"/>
          </p:cNvCxnSpPr>
          <p:nvPr>
            <p:custDataLst>
              <p:tags r:id="rId26"/>
            </p:custDataLst>
          </p:nvPr>
        </p:nvCxnSpPr>
        <p:spPr>
          <a:xfrm>
            <a:off x="3245485" y="1399540"/>
            <a:ext cx="232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endCxn id="28" idx="2"/>
          </p:cNvCxnSpPr>
          <p:nvPr>
            <p:custDataLst>
              <p:tags r:id="rId27"/>
            </p:custDataLst>
          </p:nvPr>
        </p:nvCxnSpPr>
        <p:spPr>
          <a:xfrm>
            <a:off x="3249295" y="1399540"/>
            <a:ext cx="232410" cy="2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8"/>
            </p:custDataLst>
          </p:nvPr>
        </p:nvCxnSpPr>
        <p:spPr>
          <a:xfrm>
            <a:off x="3249295" y="1894205"/>
            <a:ext cx="232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29"/>
            </p:custDataLst>
          </p:nvPr>
        </p:nvCxnSpPr>
        <p:spPr>
          <a:xfrm>
            <a:off x="3249295" y="1645920"/>
            <a:ext cx="233045" cy="254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endCxn id="30" idx="2"/>
          </p:cNvCxnSpPr>
          <p:nvPr>
            <p:custDataLst>
              <p:tags r:id="rId30"/>
            </p:custDataLst>
          </p:nvPr>
        </p:nvCxnSpPr>
        <p:spPr>
          <a:xfrm>
            <a:off x="3242945" y="1545590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endCxn id="22" idx="2"/>
          </p:cNvCxnSpPr>
          <p:nvPr>
            <p:custDataLst>
              <p:tags r:id="rId31"/>
            </p:custDataLst>
          </p:nvPr>
        </p:nvCxnSpPr>
        <p:spPr>
          <a:xfrm flipV="1">
            <a:off x="3255645" y="1526540"/>
            <a:ext cx="219710" cy="257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>
            <p:custDataLst>
              <p:tags r:id="rId32"/>
            </p:custDataLst>
          </p:nvPr>
        </p:nvSpPr>
        <p:spPr>
          <a:xfrm>
            <a:off x="2791460" y="1938020"/>
            <a:ext cx="1069975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agent issue-pr</a:t>
            </a:r>
            <a:endParaRPr lang="en-US" altLang="zh-CN" sz="1000"/>
          </a:p>
        </p:txBody>
      </p:sp>
      <p:sp>
        <p:nvSpPr>
          <p:cNvPr id="47" name="矩形 46"/>
          <p:cNvSpPr/>
          <p:nvPr>
            <p:custDataLst>
              <p:tags r:id="rId33"/>
            </p:custDataLst>
          </p:nvPr>
        </p:nvSpPr>
        <p:spPr>
          <a:xfrm>
            <a:off x="2625090" y="1569720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34"/>
            </p:custDataLst>
          </p:nvPr>
        </p:nvSpPr>
        <p:spPr>
          <a:xfrm>
            <a:off x="2791460" y="1569720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49" name="右箭头 48"/>
          <p:cNvSpPr/>
          <p:nvPr>
            <p:custDataLst>
              <p:tags r:id="rId35"/>
            </p:custDataLst>
          </p:nvPr>
        </p:nvSpPr>
        <p:spPr>
          <a:xfrm>
            <a:off x="3722370" y="158940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36"/>
            </p:custDataLst>
          </p:nvPr>
        </p:nvSpPr>
        <p:spPr>
          <a:xfrm>
            <a:off x="3732530" y="1545590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>
            <p:custDataLst>
              <p:tags r:id="rId37"/>
            </p:custDataLst>
          </p:nvPr>
        </p:nvSpPr>
        <p:spPr>
          <a:xfrm>
            <a:off x="4201795" y="13595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>
            <p:custDataLst>
              <p:tags r:id="rId38"/>
            </p:custDataLst>
          </p:nvPr>
        </p:nvSpPr>
        <p:spPr>
          <a:xfrm>
            <a:off x="4509770" y="13595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>
            <p:custDataLst>
              <p:tags r:id="rId39"/>
            </p:custDataLst>
          </p:nvPr>
        </p:nvSpPr>
        <p:spPr>
          <a:xfrm>
            <a:off x="4199255" y="14865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40"/>
            </p:custDataLst>
          </p:nvPr>
        </p:nvSpPr>
        <p:spPr>
          <a:xfrm>
            <a:off x="4507230" y="14865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41"/>
            </p:custDataLst>
          </p:nvPr>
        </p:nvSpPr>
        <p:spPr>
          <a:xfrm>
            <a:off x="4205605" y="16135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42"/>
            </p:custDataLst>
          </p:nvPr>
        </p:nvSpPr>
        <p:spPr>
          <a:xfrm>
            <a:off x="4513580" y="16135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43"/>
            </p:custDataLst>
          </p:nvPr>
        </p:nvSpPr>
        <p:spPr>
          <a:xfrm>
            <a:off x="4203065" y="17405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椭圆 57"/>
          <p:cNvSpPr/>
          <p:nvPr>
            <p:custDataLst>
              <p:tags r:id="rId44"/>
            </p:custDataLst>
          </p:nvPr>
        </p:nvSpPr>
        <p:spPr>
          <a:xfrm>
            <a:off x="4511040" y="17405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>
            <p:custDataLst>
              <p:tags r:id="rId45"/>
            </p:custDataLst>
          </p:nvPr>
        </p:nvSpPr>
        <p:spPr>
          <a:xfrm>
            <a:off x="4205605" y="18561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椭圆 59"/>
          <p:cNvSpPr/>
          <p:nvPr>
            <p:custDataLst>
              <p:tags r:id="rId46"/>
            </p:custDataLst>
          </p:nvPr>
        </p:nvSpPr>
        <p:spPr>
          <a:xfrm>
            <a:off x="4513580" y="18561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>
            <a:stCxn id="51" idx="6"/>
            <a:endCxn id="52" idx="2"/>
          </p:cNvCxnSpPr>
          <p:nvPr>
            <p:custDataLst>
              <p:tags r:id="rId47"/>
            </p:custDataLst>
          </p:nvPr>
        </p:nvCxnSpPr>
        <p:spPr>
          <a:xfrm>
            <a:off x="4277360" y="1397635"/>
            <a:ext cx="232410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endCxn id="56" idx="2"/>
          </p:cNvCxnSpPr>
          <p:nvPr>
            <p:custDataLst>
              <p:tags r:id="rId48"/>
            </p:custDataLst>
          </p:nvPr>
        </p:nvCxnSpPr>
        <p:spPr>
          <a:xfrm>
            <a:off x="4281170" y="1397635"/>
            <a:ext cx="232410" cy="25400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>
            <p:custDataLst>
              <p:tags r:id="rId49"/>
            </p:custDataLst>
          </p:nvPr>
        </p:nvCxnSpPr>
        <p:spPr>
          <a:xfrm>
            <a:off x="4281170" y="1892300"/>
            <a:ext cx="232410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>
            <p:custDataLst>
              <p:tags r:id="rId50"/>
            </p:custDataLst>
          </p:nvPr>
        </p:nvCxnSpPr>
        <p:spPr>
          <a:xfrm>
            <a:off x="4281170" y="1644015"/>
            <a:ext cx="233045" cy="254635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endCxn id="58" idx="2"/>
          </p:cNvCxnSpPr>
          <p:nvPr>
            <p:custDataLst>
              <p:tags r:id="rId51"/>
            </p:custDataLst>
          </p:nvPr>
        </p:nvCxnSpPr>
        <p:spPr>
          <a:xfrm>
            <a:off x="4274820" y="1543685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endCxn id="54" idx="2"/>
          </p:cNvCxnSpPr>
          <p:nvPr>
            <p:custDataLst>
              <p:tags r:id="rId52"/>
            </p:custDataLst>
          </p:nvPr>
        </p:nvCxnSpPr>
        <p:spPr>
          <a:xfrm flipV="1">
            <a:off x="4287520" y="1524635"/>
            <a:ext cx="219710" cy="257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>
            <p:custDataLst>
              <p:tags r:id="rId53"/>
            </p:custDataLst>
          </p:nvPr>
        </p:nvSpPr>
        <p:spPr>
          <a:xfrm>
            <a:off x="4130675" y="1955800"/>
            <a:ext cx="640080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1-1 pair</a:t>
            </a:r>
            <a:endParaRPr lang="en-US" altLang="zh-CN" sz="1000"/>
          </a:p>
        </p:txBody>
      </p:sp>
      <p:sp>
        <p:nvSpPr>
          <p:cNvPr id="113" name="矩形 112"/>
          <p:cNvSpPr/>
          <p:nvPr>
            <p:custDataLst>
              <p:tags r:id="rId54"/>
            </p:custDataLst>
          </p:nvPr>
        </p:nvSpPr>
        <p:spPr>
          <a:xfrm>
            <a:off x="298450" y="978535"/>
            <a:ext cx="4631055" cy="1260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8450" y="388620"/>
            <a:ext cx="2651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Phrase1: Issue collect</a:t>
            </a:r>
            <a:endParaRPr lang="en-US" altLang="zh-CN"/>
          </a:p>
        </p:txBody>
      </p:sp>
      <p:sp>
        <p:nvSpPr>
          <p:cNvPr id="18" name="右箭头 17"/>
          <p:cNvSpPr/>
          <p:nvPr>
            <p:custDataLst>
              <p:tags r:id="rId55"/>
            </p:custDataLst>
          </p:nvPr>
        </p:nvSpPr>
        <p:spPr>
          <a:xfrm>
            <a:off x="5329555" y="158940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/>
          <a:stretch>
            <a:fillRect/>
          </a:stretch>
        </p:blipFill>
        <p:spPr>
          <a:xfrm>
            <a:off x="6419850" y="1613535"/>
            <a:ext cx="874395" cy="3873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/>
          <a:stretch>
            <a:fillRect/>
          </a:stretch>
        </p:blipFill>
        <p:spPr>
          <a:xfrm>
            <a:off x="7574915" y="1653540"/>
            <a:ext cx="1280795" cy="313055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60"/>
            </p:custDataLst>
          </p:nvPr>
        </p:nvSpPr>
        <p:spPr>
          <a:xfrm>
            <a:off x="6273165" y="979170"/>
            <a:ext cx="2785745" cy="1260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419850" y="1066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Issue-Pr Pair</a:t>
            </a:r>
            <a:endParaRPr lang="en-US" altLang="zh-CN"/>
          </a:p>
        </p:txBody>
      </p:sp>
      <p:sp>
        <p:nvSpPr>
          <p:cNvPr id="35" name="文本框 34"/>
          <p:cNvSpPr txBox="1"/>
          <p:nvPr>
            <p:custDataLst>
              <p:tags r:id="rId61"/>
            </p:custDataLst>
          </p:nvPr>
        </p:nvSpPr>
        <p:spPr>
          <a:xfrm>
            <a:off x="385445" y="2628265"/>
            <a:ext cx="4385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Phrase 2+3: Dockerbuild and TestGen</a:t>
            </a:r>
            <a:endParaRPr lang="en-US" altLang="zh-CN"/>
          </a:p>
        </p:txBody>
      </p:sp>
      <p:sp>
        <p:nvSpPr>
          <p:cNvPr id="36" name="矩形 35"/>
          <p:cNvSpPr/>
          <p:nvPr>
            <p:custDataLst>
              <p:tags r:id="rId62"/>
            </p:custDataLst>
          </p:nvPr>
        </p:nvSpPr>
        <p:spPr>
          <a:xfrm>
            <a:off x="343535" y="3276600"/>
            <a:ext cx="1512570" cy="1260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57"/>
          <a:stretch>
            <a:fillRect/>
          </a:stretch>
        </p:blipFill>
        <p:spPr>
          <a:xfrm>
            <a:off x="450215" y="3429000"/>
            <a:ext cx="874395" cy="38735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59"/>
          <a:stretch>
            <a:fillRect/>
          </a:stretch>
        </p:blipFill>
        <p:spPr>
          <a:xfrm>
            <a:off x="485140" y="4008120"/>
            <a:ext cx="1280795" cy="313055"/>
          </a:xfrm>
          <a:prstGeom prst="rect">
            <a:avLst/>
          </a:prstGeom>
        </p:spPr>
      </p:pic>
      <p:sp>
        <p:nvSpPr>
          <p:cNvPr id="45" name="右箭头 44"/>
          <p:cNvSpPr/>
          <p:nvPr>
            <p:custDataLst>
              <p:tags r:id="rId65"/>
            </p:custDataLst>
          </p:nvPr>
        </p:nvSpPr>
        <p:spPr>
          <a:xfrm>
            <a:off x="2145665" y="381635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66"/>
            </p:custDataLst>
          </p:nvPr>
        </p:nvSpPr>
        <p:spPr>
          <a:xfrm>
            <a:off x="1991995" y="357124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expand</a:t>
            </a:r>
            <a:endParaRPr lang="en-US" altLang="zh-CN" sz="1000"/>
          </a:p>
        </p:txBody>
      </p:sp>
      <p:sp>
        <p:nvSpPr>
          <p:cNvPr id="83" name="文本框 82"/>
          <p:cNvSpPr txBox="1"/>
          <p:nvPr>
            <p:custDataLst>
              <p:tags r:id="rId67"/>
            </p:custDataLst>
          </p:nvPr>
        </p:nvSpPr>
        <p:spPr>
          <a:xfrm>
            <a:off x="2834005" y="3430270"/>
            <a:ext cx="827405" cy="52641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noAutofit/>
          </a:bodyPr>
          <a:p>
            <a:r>
              <a:rPr lang="en-US" altLang="zh-CN" sz="1000"/>
              <a:t>issue</a:t>
            </a:r>
            <a:endParaRPr lang="en-US" altLang="zh-CN" sz="1000"/>
          </a:p>
          <a:p>
            <a:r>
              <a:rPr lang="en-US" altLang="zh-CN" sz="1000"/>
              <a:t>pr</a:t>
            </a:r>
            <a:endParaRPr lang="en-US" altLang="zh-CN" sz="1000"/>
          </a:p>
          <a:p>
            <a:r>
              <a:rPr lang="en-US" altLang="zh-CN" sz="1000"/>
              <a:t>patch</a:t>
            </a:r>
            <a:endParaRPr lang="en-US" altLang="zh-CN" sz="1000"/>
          </a:p>
        </p:txBody>
      </p:sp>
      <p:sp>
        <p:nvSpPr>
          <p:cNvPr id="84" name="左大括号 83"/>
          <p:cNvSpPr/>
          <p:nvPr>
            <p:custDataLst>
              <p:tags r:id="rId68"/>
            </p:custDataLst>
          </p:nvPr>
        </p:nvSpPr>
        <p:spPr>
          <a:xfrm>
            <a:off x="2811145" y="3440430"/>
            <a:ext cx="76200" cy="528955"/>
          </a:xfrm>
          <a:prstGeom prst="leftBrac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左大括号 87"/>
          <p:cNvSpPr/>
          <p:nvPr>
            <p:custDataLst>
              <p:tags r:id="rId69"/>
            </p:custDataLst>
          </p:nvPr>
        </p:nvSpPr>
        <p:spPr>
          <a:xfrm>
            <a:off x="2789555" y="4027170"/>
            <a:ext cx="98425" cy="422275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>
            <p:custDataLst>
              <p:tags r:id="rId70"/>
            </p:custDataLst>
          </p:nvPr>
        </p:nvSpPr>
        <p:spPr>
          <a:xfrm>
            <a:off x="2867025" y="4018915"/>
            <a:ext cx="1513205" cy="4552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r>
              <a:rPr lang="en-US" altLang="zh-CN" sz="1000"/>
              <a:t>mocking unitest guide</a:t>
            </a:r>
            <a:endParaRPr lang="en-US" altLang="zh-CN" sz="1000"/>
          </a:p>
          <a:p>
            <a:r>
              <a:rPr lang="en-US" altLang="zh-CN" sz="1000"/>
              <a:t>mock api resources</a:t>
            </a:r>
            <a:endParaRPr lang="en-US" altLang="zh-CN" sz="1000"/>
          </a:p>
        </p:txBody>
      </p:sp>
      <p:sp>
        <p:nvSpPr>
          <p:cNvPr id="70" name="矩形 69"/>
          <p:cNvSpPr/>
          <p:nvPr>
            <p:custDataLst>
              <p:tags r:id="rId71"/>
            </p:custDataLst>
          </p:nvPr>
        </p:nvSpPr>
        <p:spPr>
          <a:xfrm>
            <a:off x="2686685" y="3287395"/>
            <a:ext cx="1826895" cy="12611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1" name="右箭头 70"/>
          <p:cNvSpPr/>
          <p:nvPr>
            <p:custDataLst>
              <p:tags r:id="rId72"/>
            </p:custDataLst>
          </p:nvPr>
        </p:nvSpPr>
        <p:spPr>
          <a:xfrm>
            <a:off x="4929505" y="381635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2" name="图片 71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5659120" y="3687445"/>
            <a:ext cx="27559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3" name="图片 72"/>
          <p:cNvPicPr/>
          <p:nvPr>
            <p:custDataLst>
              <p:tags r:id="rId74"/>
            </p:custDataLst>
          </p:nvPr>
        </p:nvPicPr>
        <p:blipFill>
          <a:blip r:embed="rId75"/>
        </p:blipFill>
        <p:spPr>
          <a:xfrm>
            <a:off x="6089015" y="3706495"/>
            <a:ext cx="342900" cy="304165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>
            <p:custDataLst>
              <p:tags r:id="rId76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6273165" y="6036310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75" name="图片 74"/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343535" y="6036310"/>
            <a:ext cx="341630" cy="45656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6" name="文本框 75"/>
          <p:cNvSpPr txBox="1"/>
          <p:nvPr>
            <p:custDataLst>
              <p:tags r:id="rId78"/>
            </p:custDataLst>
          </p:nvPr>
        </p:nvSpPr>
        <p:spPr>
          <a:xfrm>
            <a:off x="885825" y="6124575"/>
            <a:ext cx="4385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SWE agent: have full scarffold(default: claude-code with gpt4.1)</a:t>
            </a:r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6863715" y="5935980"/>
            <a:ext cx="41560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gate agent: Given context to a yes/no</a:t>
            </a:r>
            <a:endParaRPr lang="en-US" altLang="zh-CN"/>
          </a:p>
          <a:p>
            <a:r>
              <a:rPr lang="en-US" altLang="zh-CN"/>
              <a:t>judgement(eg whether docker build successful or test satisfy requirements)</a:t>
            </a:r>
            <a:endParaRPr lang="en-US" altLang="zh-CN"/>
          </a:p>
        </p:txBody>
      </p:sp>
      <p:sp>
        <p:nvSpPr>
          <p:cNvPr id="78" name="文本框 77"/>
          <p:cNvSpPr txBox="1"/>
          <p:nvPr/>
        </p:nvSpPr>
        <p:spPr>
          <a:xfrm>
            <a:off x="5532755" y="4168775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docker gen</a:t>
            </a:r>
            <a:endParaRPr lang="en-US" altLang="zh-CN" sz="1200"/>
          </a:p>
        </p:txBody>
      </p:sp>
      <p:pic>
        <p:nvPicPr>
          <p:cNvPr id="80" name="图片 79"/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80"/>
          <a:stretch>
            <a:fillRect/>
          </a:stretch>
        </p:blipFill>
        <p:spPr>
          <a:xfrm>
            <a:off x="7143750" y="3654425"/>
            <a:ext cx="343535" cy="401320"/>
          </a:xfrm>
          <a:prstGeom prst="rect">
            <a:avLst/>
          </a:prstGeom>
        </p:spPr>
      </p:pic>
      <p:sp>
        <p:nvSpPr>
          <p:cNvPr id="81" name="右箭头 80"/>
          <p:cNvSpPr/>
          <p:nvPr>
            <p:custDataLst>
              <p:tags r:id="rId81"/>
            </p:custDataLst>
          </p:nvPr>
        </p:nvSpPr>
        <p:spPr>
          <a:xfrm>
            <a:off x="6550660" y="378777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2" name="图片 81"/>
          <p:cNvPicPr/>
          <p:nvPr>
            <p:custDataLst>
              <p:tags r:id="rId82"/>
            </p:custDataLst>
          </p:nvPr>
        </p:nvPicPr>
        <p:blipFill>
          <a:blip r:embed="rId75"/>
        </p:blipFill>
        <p:spPr>
          <a:xfrm>
            <a:off x="7487285" y="3751580"/>
            <a:ext cx="342900" cy="304165"/>
          </a:xfrm>
          <a:prstGeom prst="rect">
            <a:avLst/>
          </a:prstGeom>
        </p:spPr>
      </p:pic>
      <p:sp>
        <p:nvSpPr>
          <p:cNvPr id="86" name="文本框 85"/>
          <p:cNvSpPr txBox="1"/>
          <p:nvPr>
            <p:custDataLst>
              <p:tags r:id="rId83"/>
            </p:custDataLst>
          </p:nvPr>
        </p:nvSpPr>
        <p:spPr>
          <a:xfrm>
            <a:off x="7143115" y="4168775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docker build</a:t>
            </a:r>
            <a:endParaRPr lang="en-US" altLang="zh-CN" sz="1200"/>
          </a:p>
        </p:txBody>
      </p:sp>
      <p:sp>
        <p:nvSpPr>
          <p:cNvPr id="89" name="环形箭头 88"/>
          <p:cNvSpPr/>
          <p:nvPr/>
        </p:nvSpPr>
        <p:spPr>
          <a:xfrm rot="21360000" flipH="1">
            <a:off x="6342380" y="3248025"/>
            <a:ext cx="774700" cy="781685"/>
          </a:xfrm>
          <a:prstGeom prst="circular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1" name="图片 90"/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6208395" y="2764790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92" name="文本框 91"/>
          <p:cNvSpPr txBox="1"/>
          <p:nvPr>
            <p:custDataLst>
              <p:tags r:id="rId85"/>
            </p:custDataLst>
          </p:nvPr>
        </p:nvSpPr>
        <p:spPr>
          <a:xfrm>
            <a:off x="6615430" y="2764790"/>
            <a:ext cx="161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small iteration</a:t>
            </a:r>
            <a:endParaRPr lang="en-US" altLang="zh-CN" sz="1200"/>
          </a:p>
          <a:p>
            <a:r>
              <a:rPr lang="en-US" altLang="zh-CN" sz="1200"/>
              <a:t>docker runnable</a:t>
            </a:r>
            <a:endParaRPr lang="en-US" altLang="zh-CN" sz="1200"/>
          </a:p>
        </p:txBody>
      </p:sp>
      <p:sp>
        <p:nvSpPr>
          <p:cNvPr id="93" name="右箭头 92"/>
          <p:cNvSpPr/>
          <p:nvPr>
            <p:custDataLst>
              <p:tags r:id="rId86"/>
            </p:custDataLst>
          </p:nvPr>
        </p:nvSpPr>
        <p:spPr>
          <a:xfrm>
            <a:off x="8011160" y="375158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8580120" y="3639820"/>
            <a:ext cx="27559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5" name="图片 94"/>
          <p:cNvPicPr/>
          <p:nvPr>
            <p:custDataLst>
              <p:tags r:id="rId88"/>
            </p:custDataLst>
          </p:nvPr>
        </p:nvPicPr>
        <p:blipFill>
          <a:blip r:embed="rId89"/>
        </p:blipFill>
        <p:spPr>
          <a:xfrm>
            <a:off x="8893810" y="3665220"/>
            <a:ext cx="500380" cy="368300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90"/>
            </p:custDataLst>
          </p:nvPr>
        </p:nvSpPr>
        <p:spPr>
          <a:xfrm>
            <a:off x="8580120" y="4198620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test gen</a:t>
            </a:r>
            <a:endParaRPr lang="en-US" altLang="zh-CN" sz="1200"/>
          </a:p>
        </p:txBody>
      </p:sp>
      <p:sp>
        <p:nvSpPr>
          <p:cNvPr id="97" name="右箭头 96"/>
          <p:cNvSpPr/>
          <p:nvPr>
            <p:custDataLst>
              <p:tags r:id="rId91"/>
            </p:custDataLst>
          </p:nvPr>
        </p:nvSpPr>
        <p:spPr>
          <a:xfrm>
            <a:off x="9524365" y="378777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8" name="图片 97"/>
          <p:cNvPicPr>
            <a:picLocks noChangeAspect="1"/>
          </p:cNvPicPr>
          <p:nvPr>
            <p:custDataLst>
              <p:tags r:id="rId92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9932670" y="3687445"/>
            <a:ext cx="27559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9" name="图片 98"/>
          <p:cNvPicPr/>
          <p:nvPr>
            <p:custDataLst>
              <p:tags r:id="rId93"/>
            </p:custDataLst>
          </p:nvPr>
        </p:nvPicPr>
        <p:blipFill>
          <a:blip r:embed="rId89"/>
        </p:blipFill>
        <p:spPr>
          <a:xfrm>
            <a:off x="10259060" y="3706495"/>
            <a:ext cx="500380" cy="368300"/>
          </a:xfrm>
          <a:prstGeom prst="rect">
            <a:avLst/>
          </a:prstGeom>
        </p:spPr>
      </p:pic>
      <p:sp>
        <p:nvSpPr>
          <p:cNvPr id="100" name="文本框 99"/>
          <p:cNvSpPr txBox="1"/>
          <p:nvPr>
            <p:custDataLst>
              <p:tags r:id="rId94"/>
            </p:custDataLst>
          </p:nvPr>
        </p:nvSpPr>
        <p:spPr>
          <a:xfrm>
            <a:off x="9789795" y="4261485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test </a:t>
            </a:r>
            <a:r>
              <a:rPr lang="en-US" altLang="zh-CN" sz="1200"/>
              <a:t>varify</a:t>
            </a:r>
            <a:endParaRPr lang="en-US" altLang="zh-CN" sz="1200"/>
          </a:p>
        </p:txBody>
      </p:sp>
      <p:sp>
        <p:nvSpPr>
          <p:cNvPr id="101" name="环形箭头 100"/>
          <p:cNvSpPr/>
          <p:nvPr>
            <p:custDataLst>
              <p:tags r:id="rId95"/>
            </p:custDataLst>
          </p:nvPr>
        </p:nvSpPr>
        <p:spPr>
          <a:xfrm rot="21360000" flipH="1">
            <a:off x="9254490" y="3251200"/>
            <a:ext cx="774700" cy="781685"/>
          </a:xfrm>
          <a:prstGeom prst="circular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2" name="图片 101"/>
          <p:cNvPicPr>
            <a:picLocks noChangeAspect="1"/>
          </p:cNvPicPr>
          <p:nvPr>
            <p:custDataLst>
              <p:tags r:id="rId96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8855710" y="2819400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03" name="文本框 102"/>
          <p:cNvSpPr txBox="1"/>
          <p:nvPr>
            <p:custDataLst>
              <p:tags r:id="rId97"/>
            </p:custDataLst>
          </p:nvPr>
        </p:nvSpPr>
        <p:spPr>
          <a:xfrm>
            <a:off x="9228455" y="2827020"/>
            <a:ext cx="161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small iteration</a:t>
            </a:r>
            <a:endParaRPr lang="en-US" altLang="zh-CN" sz="1200"/>
          </a:p>
          <a:p>
            <a:r>
              <a:rPr lang="en-US" altLang="zh-CN" sz="1200"/>
              <a:t>test </a:t>
            </a:r>
            <a:r>
              <a:rPr lang="en-US" altLang="zh-CN" sz="1200"/>
              <a:t>accurate</a:t>
            </a:r>
            <a:endParaRPr lang="en-US" altLang="zh-CN" sz="1200"/>
          </a:p>
        </p:txBody>
      </p:sp>
      <p:pic>
        <p:nvPicPr>
          <p:cNvPr id="104" name="图片 103"/>
          <p:cNvPicPr>
            <a:picLocks noChangeAspect="1"/>
          </p:cNvPicPr>
          <p:nvPr>
            <p:custDataLst>
              <p:tags r:id="rId98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7884160" y="4867275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06" name="文本框 105"/>
          <p:cNvSpPr txBox="1"/>
          <p:nvPr>
            <p:custDataLst>
              <p:tags r:id="rId99"/>
            </p:custDataLst>
          </p:nvPr>
        </p:nvSpPr>
        <p:spPr>
          <a:xfrm>
            <a:off x="7294245" y="5324475"/>
            <a:ext cx="1826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co repair gate</a:t>
            </a:r>
            <a:endParaRPr lang="en-US" altLang="zh-CN" sz="1200"/>
          </a:p>
          <a:p>
            <a:r>
              <a:rPr lang="en-US" altLang="zh-CN" sz="1200"/>
              <a:t>set a high threshold</a:t>
            </a:r>
            <a:endParaRPr lang="en-US" altLang="zh-CN" sz="1200"/>
          </a:p>
        </p:txBody>
      </p:sp>
      <p:sp>
        <p:nvSpPr>
          <p:cNvPr id="109" name="下弧形箭头 108"/>
          <p:cNvSpPr/>
          <p:nvPr/>
        </p:nvSpPr>
        <p:spPr>
          <a:xfrm flipH="1">
            <a:off x="6958965" y="4484370"/>
            <a:ext cx="2376805" cy="382905"/>
          </a:xfrm>
          <a:prstGeom prst="curved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958965" y="3271520"/>
            <a:ext cx="343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92D050"/>
                </a:solidFill>
              </a:rPr>
              <a:t>m</a:t>
            </a:r>
            <a:endParaRPr lang="en-US" altLang="zh-CN">
              <a:solidFill>
                <a:srgbClr val="92D050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9932670" y="3296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n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356235" y="4867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iteration context</a:t>
            </a:r>
            <a:r>
              <a:rPr lang="zh-CN" altLang="en-US"/>
              <a:t>（</a:t>
            </a:r>
            <a:r>
              <a:rPr lang="en-US" altLang="zh-CN"/>
              <a:t>not enough space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385445" y="53244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typical complexity</a:t>
            </a:r>
            <a:r>
              <a:rPr lang="zh-CN" altLang="en-US"/>
              <a:t>：</a:t>
            </a:r>
            <a:r>
              <a:rPr lang="en-US" altLang="zh-CN"/>
              <a:t>m+</a:t>
            </a:r>
            <a:r>
              <a:rPr lang="en-US" altLang="zh-CN"/>
              <a:t>n</a:t>
            </a:r>
            <a:endParaRPr lang="en-US" altLang="zh-CN"/>
          </a:p>
          <a:p>
            <a:r>
              <a:rPr lang="en-US" altLang="zh-CN"/>
              <a:t>with big iteration</a:t>
            </a:r>
            <a:r>
              <a:rPr lang="zh-CN" altLang="en-US"/>
              <a:t>：（</a:t>
            </a:r>
            <a:r>
              <a:rPr lang="en-US" altLang="zh-CN"/>
              <a:t>m+n</a:t>
            </a:r>
            <a:r>
              <a:rPr lang="zh-CN" altLang="en-US"/>
              <a:t>）</a:t>
            </a:r>
            <a:r>
              <a:rPr lang="en-US" altLang="zh-CN"/>
              <a:t>*</a:t>
            </a:r>
            <a:r>
              <a:rPr lang="en-US" altLang="zh-CN"/>
              <a:t>big loop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2480" y="881380"/>
            <a:ext cx="6353175" cy="20891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92480" y="3175635"/>
            <a:ext cx="5666740" cy="33286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2480" y="418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example:codex/128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668895" y="1962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dockerbuild:2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718935" y="40487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test gen:2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6718935" y="45916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 repair gate(big iteration)</a:t>
            </a:r>
            <a:endParaRPr lang="en-US" altLang="zh-CN"/>
          </a:p>
          <a:p>
            <a:r>
              <a:rPr lang="en-US" altLang="zh-CN"/>
              <a:t>not triggered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WPS 文字</Application>
  <PresentationFormat>宽屏</PresentationFormat>
  <Paragraphs>115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2019012683</cp:lastModifiedBy>
  <cp:revision>9</cp:revision>
  <dcterms:created xsi:type="dcterms:W3CDTF">2025-11-20T04:24:33Z</dcterms:created>
  <dcterms:modified xsi:type="dcterms:W3CDTF">2025-11-20T04:24:33Z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6FBCD2EC0BBCFA423D6D1E692F4E677E_41</vt:lpwstr>
  </property>
</Properties>
</file>