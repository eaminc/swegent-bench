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8"/>
  </p:handoutMasterIdLst>
  <p:sldIdLst>
    <p:sldId id="256" r:id="rId3"/>
    <p:sldId id="257" r:id="rId5"/>
    <p:sldId id="258" r:id="rId6"/>
    <p:sldId id="259" r:id="rId7"/>
  </p:sldIdLst>
  <p:sldSz cx="12192000" cy="6858000"/>
  <p:notesSz cx="7103745" cy="10234295"/>
  <p:custDataLst>
    <p:tags r:id="rId1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480" autoAdjust="0"/>
    <p:restoredTop sz="86374"/>
  </p:normalViewPr>
  <p:slideViewPr>
    <p:cSldViewPr snapToGrid="0" showGuides="1">
      <p:cViewPr varScale="1">
        <p:scale>
          <a:sx n="127" d="100"/>
          <a:sy n="127" d="100"/>
        </p:scale>
        <p:origin x="1952" y="18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handoutMaster" Target="handoutMasters/handoutMaster1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gs" Target="tags/tag96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/>
              </a:defRPr>
            </a:lvl1pPr>
          </a:lstStyle>
          <a:p>
            <a:r>
              <a:rPr lang="zh-CN" altLang="en-US" dirty="0"/>
              <a:t>单击此处添加标题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单击此处添加副标题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4400" b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49" y="469127"/>
            <a:ext cx="10307927" cy="4093347"/>
          </a:xfrm>
        </p:spPr>
        <p:txBody>
          <a:bodyPr anchor="b">
            <a:normAutofit/>
          </a:bodyPr>
          <a:lstStyle>
            <a:lvl1pPr>
              <a:defRPr sz="600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10307926" cy="647555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4400" b="0" i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9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9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9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9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400" b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3200" b="0"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6" Type="http://schemas.openxmlformats.org/officeDocument/2006/relationships/notesSlide" Target="../notesSlides/notesSlide1.xml"/><Relationship Id="rId95" Type="http://schemas.openxmlformats.org/officeDocument/2006/relationships/slideLayout" Target="../slideLayouts/slideLayout1.xml"/><Relationship Id="rId94" Type="http://schemas.openxmlformats.org/officeDocument/2006/relationships/tags" Target="../tags/tag85.xml"/><Relationship Id="rId93" Type="http://schemas.openxmlformats.org/officeDocument/2006/relationships/tags" Target="../tags/tag84.xml"/><Relationship Id="rId92" Type="http://schemas.openxmlformats.org/officeDocument/2006/relationships/image" Target="../media/image7.png"/><Relationship Id="rId91" Type="http://schemas.openxmlformats.org/officeDocument/2006/relationships/tags" Target="../tags/tag83.xml"/><Relationship Id="rId90" Type="http://schemas.openxmlformats.org/officeDocument/2006/relationships/image" Target="../media/image6.png"/><Relationship Id="rId9" Type="http://schemas.openxmlformats.org/officeDocument/2006/relationships/tags" Target="../tags/tag7.xml"/><Relationship Id="rId89" Type="http://schemas.openxmlformats.org/officeDocument/2006/relationships/tags" Target="../tags/tag82.xml"/><Relationship Id="rId88" Type="http://schemas.openxmlformats.org/officeDocument/2006/relationships/tags" Target="../tags/tag81.xml"/><Relationship Id="rId87" Type="http://schemas.openxmlformats.org/officeDocument/2006/relationships/tags" Target="../tags/tag80.xml"/><Relationship Id="rId86" Type="http://schemas.openxmlformats.org/officeDocument/2006/relationships/tags" Target="../tags/tag79.xml"/><Relationship Id="rId85" Type="http://schemas.openxmlformats.org/officeDocument/2006/relationships/tags" Target="../tags/tag78.xml"/><Relationship Id="rId84" Type="http://schemas.openxmlformats.org/officeDocument/2006/relationships/tags" Target="../tags/tag77.xml"/><Relationship Id="rId83" Type="http://schemas.openxmlformats.org/officeDocument/2006/relationships/tags" Target="../tags/tag76.xml"/><Relationship Id="rId82" Type="http://schemas.openxmlformats.org/officeDocument/2006/relationships/tags" Target="../tags/tag75.xml"/><Relationship Id="rId81" Type="http://schemas.openxmlformats.org/officeDocument/2006/relationships/tags" Target="../tags/tag74.xml"/><Relationship Id="rId80" Type="http://schemas.openxmlformats.org/officeDocument/2006/relationships/tags" Target="../tags/tag73.xml"/><Relationship Id="rId8" Type="http://schemas.openxmlformats.org/officeDocument/2006/relationships/tags" Target="../tags/tag6.xml"/><Relationship Id="rId79" Type="http://schemas.openxmlformats.org/officeDocument/2006/relationships/image" Target="../media/image5.png"/><Relationship Id="rId78" Type="http://schemas.openxmlformats.org/officeDocument/2006/relationships/tags" Target="../tags/tag72.xml"/><Relationship Id="rId77" Type="http://schemas.openxmlformats.org/officeDocument/2006/relationships/tags" Target="../tags/tag71.xml"/><Relationship Id="rId76" Type="http://schemas.openxmlformats.org/officeDocument/2006/relationships/tags" Target="../tags/tag70.xml"/><Relationship Id="rId75" Type="http://schemas.openxmlformats.org/officeDocument/2006/relationships/tags" Target="../tags/tag69.xml"/><Relationship Id="rId74" Type="http://schemas.openxmlformats.org/officeDocument/2006/relationships/tags" Target="../tags/tag68.xml"/><Relationship Id="rId73" Type="http://schemas.openxmlformats.org/officeDocument/2006/relationships/tags" Target="../tags/tag67.xml"/><Relationship Id="rId72" Type="http://schemas.openxmlformats.org/officeDocument/2006/relationships/tags" Target="../tags/tag66.xml"/><Relationship Id="rId71" Type="http://schemas.openxmlformats.org/officeDocument/2006/relationships/image" Target="../media/image4.png"/><Relationship Id="rId70" Type="http://schemas.openxmlformats.org/officeDocument/2006/relationships/tags" Target="../tags/tag65.xml"/><Relationship Id="rId7" Type="http://schemas.openxmlformats.org/officeDocument/2006/relationships/tags" Target="../tags/tag5.xml"/><Relationship Id="rId69" Type="http://schemas.openxmlformats.org/officeDocument/2006/relationships/slide" Target="slide3.xml"/><Relationship Id="rId68" Type="http://schemas.openxmlformats.org/officeDocument/2006/relationships/tags" Target="../tags/tag64.xml"/><Relationship Id="rId67" Type="http://schemas.openxmlformats.org/officeDocument/2006/relationships/tags" Target="../tags/tag63.xml"/><Relationship Id="rId66" Type="http://schemas.openxmlformats.org/officeDocument/2006/relationships/tags" Target="../tags/tag62.xml"/><Relationship Id="rId65" Type="http://schemas.openxmlformats.org/officeDocument/2006/relationships/tags" Target="../tags/tag61.xml"/><Relationship Id="rId64" Type="http://schemas.openxmlformats.org/officeDocument/2006/relationships/tags" Target="../tags/tag60.xml"/><Relationship Id="rId63" Type="http://schemas.openxmlformats.org/officeDocument/2006/relationships/tags" Target="../tags/tag59.xml"/><Relationship Id="rId62" Type="http://schemas.openxmlformats.org/officeDocument/2006/relationships/tags" Target="../tags/tag58.xml"/><Relationship Id="rId61" Type="http://schemas.openxmlformats.org/officeDocument/2006/relationships/tags" Target="../tags/tag57.xml"/><Relationship Id="rId60" Type="http://schemas.openxmlformats.org/officeDocument/2006/relationships/tags" Target="../tags/tag56.xml"/><Relationship Id="rId6" Type="http://schemas.openxmlformats.org/officeDocument/2006/relationships/tags" Target="../tags/tag4.xml"/><Relationship Id="rId59" Type="http://schemas.openxmlformats.org/officeDocument/2006/relationships/tags" Target="../tags/tag55.xml"/><Relationship Id="rId58" Type="http://schemas.openxmlformats.org/officeDocument/2006/relationships/slide" Target="slide2.xml"/><Relationship Id="rId57" Type="http://schemas.openxmlformats.org/officeDocument/2006/relationships/tags" Target="../tags/tag54.xml"/><Relationship Id="rId56" Type="http://schemas.openxmlformats.org/officeDocument/2006/relationships/tags" Target="../tags/tag53.xml"/><Relationship Id="rId55" Type="http://schemas.openxmlformats.org/officeDocument/2006/relationships/tags" Target="../tags/tag52.xml"/><Relationship Id="rId54" Type="http://schemas.openxmlformats.org/officeDocument/2006/relationships/tags" Target="../tags/tag51.xml"/><Relationship Id="rId53" Type="http://schemas.openxmlformats.org/officeDocument/2006/relationships/tags" Target="../tags/tag50.xml"/><Relationship Id="rId52" Type="http://schemas.openxmlformats.org/officeDocument/2006/relationships/image" Target="../media/image3.png"/><Relationship Id="rId51" Type="http://schemas.openxmlformats.org/officeDocument/2006/relationships/tags" Target="../tags/tag49.xml"/><Relationship Id="rId50" Type="http://schemas.openxmlformats.org/officeDocument/2006/relationships/tags" Target="../tags/tag48.xml"/><Relationship Id="rId5" Type="http://schemas.openxmlformats.org/officeDocument/2006/relationships/image" Target="../media/image2.png"/><Relationship Id="rId49" Type="http://schemas.openxmlformats.org/officeDocument/2006/relationships/tags" Target="../tags/tag47.xml"/><Relationship Id="rId48" Type="http://schemas.openxmlformats.org/officeDocument/2006/relationships/tags" Target="../tags/tag46.xml"/><Relationship Id="rId47" Type="http://schemas.openxmlformats.org/officeDocument/2006/relationships/tags" Target="../tags/tag45.xml"/><Relationship Id="rId46" Type="http://schemas.openxmlformats.org/officeDocument/2006/relationships/tags" Target="../tags/tag44.xml"/><Relationship Id="rId45" Type="http://schemas.openxmlformats.org/officeDocument/2006/relationships/tags" Target="../tags/tag43.xml"/><Relationship Id="rId44" Type="http://schemas.openxmlformats.org/officeDocument/2006/relationships/tags" Target="../tags/tag42.xml"/><Relationship Id="rId43" Type="http://schemas.openxmlformats.org/officeDocument/2006/relationships/tags" Target="../tags/tag41.xml"/><Relationship Id="rId42" Type="http://schemas.openxmlformats.org/officeDocument/2006/relationships/tags" Target="../tags/tag40.xml"/><Relationship Id="rId41" Type="http://schemas.openxmlformats.org/officeDocument/2006/relationships/tags" Target="../tags/tag39.xml"/><Relationship Id="rId40" Type="http://schemas.openxmlformats.org/officeDocument/2006/relationships/tags" Target="../tags/tag38.xml"/><Relationship Id="rId4" Type="http://schemas.openxmlformats.org/officeDocument/2006/relationships/tags" Target="../tags/tag3.xml"/><Relationship Id="rId39" Type="http://schemas.openxmlformats.org/officeDocument/2006/relationships/tags" Target="../tags/tag37.xml"/><Relationship Id="rId38" Type="http://schemas.openxmlformats.org/officeDocument/2006/relationships/tags" Target="../tags/tag36.xml"/><Relationship Id="rId37" Type="http://schemas.openxmlformats.org/officeDocument/2006/relationships/tags" Target="../tags/tag35.xml"/><Relationship Id="rId36" Type="http://schemas.openxmlformats.org/officeDocument/2006/relationships/tags" Target="../tags/tag34.xml"/><Relationship Id="rId35" Type="http://schemas.openxmlformats.org/officeDocument/2006/relationships/tags" Target="../tags/tag33.xml"/><Relationship Id="rId34" Type="http://schemas.openxmlformats.org/officeDocument/2006/relationships/tags" Target="../tags/tag32.xml"/><Relationship Id="rId33" Type="http://schemas.openxmlformats.org/officeDocument/2006/relationships/tags" Target="../tags/tag31.xml"/><Relationship Id="rId32" Type="http://schemas.openxmlformats.org/officeDocument/2006/relationships/tags" Target="../tags/tag30.xml"/><Relationship Id="rId31" Type="http://schemas.openxmlformats.org/officeDocument/2006/relationships/tags" Target="../tags/tag29.xml"/><Relationship Id="rId30" Type="http://schemas.openxmlformats.org/officeDocument/2006/relationships/tags" Target="../tags/tag28.xml"/><Relationship Id="rId3" Type="http://schemas.openxmlformats.org/officeDocument/2006/relationships/tags" Target="../tags/tag2.xml"/><Relationship Id="rId29" Type="http://schemas.openxmlformats.org/officeDocument/2006/relationships/tags" Target="../tags/tag27.xml"/><Relationship Id="rId28" Type="http://schemas.openxmlformats.org/officeDocument/2006/relationships/tags" Target="../tags/tag26.xml"/><Relationship Id="rId27" Type="http://schemas.openxmlformats.org/officeDocument/2006/relationships/tags" Target="../tags/tag25.xml"/><Relationship Id="rId26" Type="http://schemas.openxmlformats.org/officeDocument/2006/relationships/tags" Target="../tags/tag24.xml"/><Relationship Id="rId25" Type="http://schemas.openxmlformats.org/officeDocument/2006/relationships/tags" Target="../tags/tag23.xml"/><Relationship Id="rId24" Type="http://schemas.openxmlformats.org/officeDocument/2006/relationships/tags" Target="../tags/tag22.xml"/><Relationship Id="rId23" Type="http://schemas.openxmlformats.org/officeDocument/2006/relationships/tags" Target="../tags/tag21.xml"/><Relationship Id="rId22" Type="http://schemas.openxmlformats.org/officeDocument/2006/relationships/tags" Target="../tags/tag20.xml"/><Relationship Id="rId21" Type="http://schemas.openxmlformats.org/officeDocument/2006/relationships/tags" Target="../tags/tag19.xml"/><Relationship Id="rId20" Type="http://schemas.openxmlformats.org/officeDocument/2006/relationships/tags" Target="../tags/tag18.xml"/><Relationship Id="rId2" Type="http://schemas.openxmlformats.org/officeDocument/2006/relationships/image" Target="../media/image1.png"/><Relationship Id="rId19" Type="http://schemas.openxmlformats.org/officeDocument/2006/relationships/tags" Target="../tags/tag17.xml"/><Relationship Id="rId18" Type="http://schemas.openxmlformats.org/officeDocument/2006/relationships/tags" Target="../tags/tag16.xml"/><Relationship Id="rId17" Type="http://schemas.openxmlformats.org/officeDocument/2006/relationships/tags" Target="../tags/tag15.xml"/><Relationship Id="rId16" Type="http://schemas.openxmlformats.org/officeDocument/2006/relationships/tags" Target="../tags/tag14.xml"/><Relationship Id="rId15" Type="http://schemas.openxmlformats.org/officeDocument/2006/relationships/tags" Target="../tags/tag13.xml"/><Relationship Id="rId14" Type="http://schemas.openxmlformats.org/officeDocument/2006/relationships/tags" Target="../tags/tag12.xml"/><Relationship Id="rId13" Type="http://schemas.openxmlformats.org/officeDocument/2006/relationships/tags" Target="../tags/tag11.xml"/><Relationship Id="rId12" Type="http://schemas.openxmlformats.org/officeDocument/2006/relationships/tags" Target="../tags/tag10.xml"/><Relationship Id="rId11" Type="http://schemas.openxmlformats.org/officeDocument/2006/relationships/tags" Target="../tags/tag9.xml"/><Relationship Id="rId10" Type="http://schemas.openxmlformats.org/officeDocument/2006/relationships/tags" Target="../tags/tag8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slide" Target="slide1.xml"/><Relationship Id="rId2" Type="http://schemas.openxmlformats.org/officeDocument/2006/relationships/image" Target="../media/image8.png"/><Relationship Id="rId1" Type="http://schemas.openxmlformats.org/officeDocument/2006/relationships/tags" Target="../tags/tag86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tags" Target="../tags/tag91.xml"/><Relationship Id="rId6" Type="http://schemas.openxmlformats.org/officeDocument/2006/relationships/tags" Target="../tags/tag90.xml"/><Relationship Id="rId5" Type="http://schemas.openxmlformats.org/officeDocument/2006/relationships/image" Target="../media/image10.png"/><Relationship Id="rId4" Type="http://schemas.openxmlformats.org/officeDocument/2006/relationships/tags" Target="../tags/tag89.xml"/><Relationship Id="rId3" Type="http://schemas.openxmlformats.org/officeDocument/2006/relationships/image" Target="../media/image9.png"/><Relationship Id="rId2" Type="http://schemas.openxmlformats.org/officeDocument/2006/relationships/tags" Target="../tags/tag88.xml"/><Relationship Id="rId1" Type="http://schemas.openxmlformats.org/officeDocument/2006/relationships/tags" Target="../tags/tag87.xml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95.xml"/><Relationship Id="rId4" Type="http://schemas.openxmlformats.org/officeDocument/2006/relationships/tags" Target="../tags/tag94.xml"/><Relationship Id="rId3" Type="http://schemas.openxmlformats.org/officeDocument/2006/relationships/tags" Target="../tags/tag93.xml"/><Relationship Id="rId2" Type="http://schemas.openxmlformats.org/officeDocument/2006/relationships/image" Target="../media/image11.png"/><Relationship Id="rId1" Type="http://schemas.openxmlformats.org/officeDocument/2006/relationships/tags" Target="../tags/tag9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28270" y="1002665"/>
            <a:ext cx="88836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000"/>
              <a:t>github repo</a:t>
            </a:r>
            <a:endParaRPr lang="en-US" altLang="zh-CN" sz="1000"/>
          </a:p>
        </p:txBody>
      </p:sp>
      <p:pic>
        <p:nvPicPr>
          <p:cNvPr id="4" name="图片 3"/>
          <p:cNvPicPr/>
          <p:nvPr>
            <p:custDataLst>
              <p:tags r:id="rId1"/>
            </p:custDataLst>
          </p:nvPr>
        </p:nvPicPr>
        <p:blipFill>
          <a:blip r:embed="rId2"/>
        </p:blipFill>
        <p:spPr>
          <a:xfrm>
            <a:off x="229870" y="419735"/>
            <a:ext cx="786765" cy="638175"/>
          </a:xfrm>
          <a:prstGeom prst="rect">
            <a:avLst/>
          </a:prstGeom>
        </p:spPr>
      </p:pic>
      <p:sp>
        <p:nvSpPr>
          <p:cNvPr id="6" name="右箭头 5"/>
          <p:cNvSpPr/>
          <p:nvPr/>
        </p:nvSpPr>
        <p:spPr>
          <a:xfrm>
            <a:off x="1078230" y="636270"/>
            <a:ext cx="408305" cy="239395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8" name="图片 7"/>
          <p:cNvPicPr/>
          <p:nvPr>
            <p:custDataLst>
              <p:tags r:id="rId3"/>
            </p:custDataLst>
          </p:nvPr>
        </p:nvPicPr>
        <p:blipFill>
          <a:blip r:embed="rId2"/>
          <a:srcRect l="10089" t="10050"/>
        </p:blipFill>
        <p:spPr>
          <a:xfrm>
            <a:off x="1640840" y="483870"/>
            <a:ext cx="707390" cy="57404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rcRect l="13481" r="12457"/>
          <a:stretch>
            <a:fillRect/>
          </a:stretch>
        </p:blipFill>
        <p:spPr>
          <a:xfrm>
            <a:off x="1438910" y="212725"/>
            <a:ext cx="275590" cy="368300"/>
          </a:xfrm>
          <a:prstGeom prst="rect">
            <a:avLst/>
          </a:prstGeom>
        </p:spPr>
      </p:pic>
      <p:sp>
        <p:nvSpPr>
          <p:cNvPr id="9" name="矩形 8"/>
          <p:cNvSpPr/>
          <p:nvPr/>
        </p:nvSpPr>
        <p:spPr>
          <a:xfrm>
            <a:off x="140970" y="67310"/>
            <a:ext cx="75565" cy="83820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170180" y="25400"/>
            <a:ext cx="500380" cy="1682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500"/>
              <a:t>rule-based</a:t>
            </a:r>
            <a:endParaRPr lang="en-US" altLang="zh-CN" sz="500"/>
          </a:p>
        </p:txBody>
      </p:sp>
      <p:sp>
        <p:nvSpPr>
          <p:cNvPr id="11" name="矩形 10"/>
          <p:cNvSpPr/>
          <p:nvPr>
            <p:custDataLst>
              <p:tags r:id="rId6"/>
            </p:custDataLst>
          </p:nvPr>
        </p:nvSpPr>
        <p:spPr>
          <a:xfrm>
            <a:off x="615315" y="67945"/>
            <a:ext cx="75565" cy="83820"/>
          </a:xfrm>
          <a:prstGeom prst="rect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rgbClr val="92D050"/>
              </a:solidFill>
            </a:endParaRPr>
          </a:p>
        </p:txBody>
      </p:sp>
      <p:sp>
        <p:nvSpPr>
          <p:cNvPr id="12" name="文本框 11"/>
          <p:cNvSpPr txBox="1"/>
          <p:nvPr>
            <p:custDataLst>
              <p:tags r:id="rId7"/>
            </p:custDataLst>
          </p:nvPr>
        </p:nvSpPr>
        <p:spPr>
          <a:xfrm>
            <a:off x="644525" y="26035"/>
            <a:ext cx="500380" cy="1682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500"/>
              <a:t>ai-based</a:t>
            </a:r>
            <a:endParaRPr lang="en-US" altLang="zh-CN" sz="500"/>
          </a:p>
        </p:txBody>
      </p:sp>
      <p:sp>
        <p:nvSpPr>
          <p:cNvPr id="13" name="矩形 12"/>
          <p:cNvSpPr/>
          <p:nvPr>
            <p:custDataLst>
              <p:tags r:id="rId8"/>
            </p:custDataLst>
          </p:nvPr>
        </p:nvSpPr>
        <p:spPr>
          <a:xfrm>
            <a:off x="1083945" y="581025"/>
            <a:ext cx="75565" cy="83820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矩形 13"/>
          <p:cNvSpPr/>
          <p:nvPr>
            <p:custDataLst>
              <p:tags r:id="rId9"/>
            </p:custDataLst>
          </p:nvPr>
        </p:nvSpPr>
        <p:spPr>
          <a:xfrm>
            <a:off x="1244600" y="581025"/>
            <a:ext cx="75565" cy="83820"/>
          </a:xfrm>
          <a:prstGeom prst="rect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rgbClr val="92D050"/>
              </a:solidFill>
            </a:endParaRPr>
          </a:p>
        </p:txBody>
      </p:sp>
      <p:sp>
        <p:nvSpPr>
          <p:cNvPr id="16" name="文本框 15"/>
          <p:cNvSpPr txBox="1"/>
          <p:nvPr>
            <p:custDataLst>
              <p:tags r:id="rId10"/>
            </p:custDataLst>
          </p:nvPr>
        </p:nvSpPr>
        <p:spPr>
          <a:xfrm>
            <a:off x="1550670" y="1002665"/>
            <a:ext cx="88836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000"/>
              <a:t>agent repo</a:t>
            </a:r>
            <a:endParaRPr lang="en-US" altLang="zh-CN" sz="1000"/>
          </a:p>
        </p:txBody>
      </p:sp>
      <p:sp>
        <p:nvSpPr>
          <p:cNvPr id="17" name="右箭头 16"/>
          <p:cNvSpPr/>
          <p:nvPr>
            <p:custDataLst>
              <p:tags r:id="rId11"/>
            </p:custDataLst>
          </p:nvPr>
        </p:nvSpPr>
        <p:spPr>
          <a:xfrm>
            <a:off x="2409825" y="664845"/>
            <a:ext cx="408305" cy="239395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椭圆 18"/>
          <p:cNvSpPr/>
          <p:nvPr>
            <p:custDataLst>
              <p:tags r:id="rId12"/>
            </p:custDataLst>
          </p:nvPr>
        </p:nvSpPr>
        <p:spPr>
          <a:xfrm>
            <a:off x="2954655" y="408305"/>
            <a:ext cx="75565" cy="75565"/>
          </a:xfrm>
          <a:prstGeom prst="ellipse">
            <a:avLst/>
          </a:prstGeom>
          <a:solidFill>
            <a:srgbClr val="92D050"/>
          </a:solidFill>
          <a:ln w="12700" cap="flat" cmpd="sng">
            <a:solidFill>
              <a:schemeClr val="tx1"/>
            </a:solidFill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椭圆 19"/>
          <p:cNvSpPr/>
          <p:nvPr>
            <p:custDataLst>
              <p:tags r:id="rId13"/>
            </p:custDataLst>
          </p:nvPr>
        </p:nvSpPr>
        <p:spPr>
          <a:xfrm>
            <a:off x="3262630" y="408305"/>
            <a:ext cx="75565" cy="75565"/>
          </a:xfrm>
          <a:prstGeom prst="ellipse">
            <a:avLst/>
          </a:prstGeom>
          <a:solidFill>
            <a:srgbClr val="FF3300"/>
          </a:solidFill>
          <a:ln w="12700" cap="flat" cmpd="sng">
            <a:solidFill>
              <a:schemeClr val="tx1"/>
            </a:solidFill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椭圆 20"/>
          <p:cNvSpPr/>
          <p:nvPr>
            <p:custDataLst>
              <p:tags r:id="rId14"/>
            </p:custDataLst>
          </p:nvPr>
        </p:nvSpPr>
        <p:spPr>
          <a:xfrm>
            <a:off x="2952115" y="535305"/>
            <a:ext cx="75565" cy="75565"/>
          </a:xfrm>
          <a:prstGeom prst="ellipse">
            <a:avLst/>
          </a:prstGeom>
          <a:solidFill>
            <a:srgbClr val="92D050"/>
          </a:solidFill>
          <a:ln w="12700" cap="flat" cmpd="sng">
            <a:solidFill>
              <a:schemeClr val="tx1"/>
            </a:solidFill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椭圆 21"/>
          <p:cNvSpPr/>
          <p:nvPr>
            <p:custDataLst>
              <p:tags r:id="rId15"/>
            </p:custDataLst>
          </p:nvPr>
        </p:nvSpPr>
        <p:spPr>
          <a:xfrm>
            <a:off x="3260090" y="535305"/>
            <a:ext cx="75565" cy="75565"/>
          </a:xfrm>
          <a:prstGeom prst="ellipse">
            <a:avLst/>
          </a:prstGeom>
          <a:solidFill>
            <a:srgbClr val="FF3300"/>
          </a:solidFill>
          <a:ln w="12700" cap="flat" cmpd="sng">
            <a:solidFill>
              <a:schemeClr val="tx1"/>
            </a:solidFill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7" name="椭圆 26"/>
          <p:cNvSpPr/>
          <p:nvPr>
            <p:custDataLst>
              <p:tags r:id="rId16"/>
            </p:custDataLst>
          </p:nvPr>
        </p:nvSpPr>
        <p:spPr>
          <a:xfrm>
            <a:off x="2958465" y="662305"/>
            <a:ext cx="75565" cy="75565"/>
          </a:xfrm>
          <a:prstGeom prst="ellipse">
            <a:avLst/>
          </a:prstGeom>
          <a:solidFill>
            <a:srgbClr val="92D050"/>
          </a:solidFill>
          <a:ln w="12700" cap="flat" cmpd="sng">
            <a:solidFill>
              <a:schemeClr val="tx1"/>
            </a:solidFill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8" name="椭圆 27"/>
          <p:cNvSpPr/>
          <p:nvPr>
            <p:custDataLst>
              <p:tags r:id="rId17"/>
            </p:custDataLst>
          </p:nvPr>
        </p:nvSpPr>
        <p:spPr>
          <a:xfrm>
            <a:off x="3266440" y="662305"/>
            <a:ext cx="75565" cy="75565"/>
          </a:xfrm>
          <a:prstGeom prst="ellipse">
            <a:avLst/>
          </a:prstGeom>
          <a:solidFill>
            <a:srgbClr val="FF3300"/>
          </a:solidFill>
          <a:ln w="12700" cap="flat" cmpd="sng">
            <a:solidFill>
              <a:schemeClr val="tx1"/>
            </a:solidFill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9" name="椭圆 28"/>
          <p:cNvSpPr/>
          <p:nvPr>
            <p:custDataLst>
              <p:tags r:id="rId18"/>
            </p:custDataLst>
          </p:nvPr>
        </p:nvSpPr>
        <p:spPr>
          <a:xfrm>
            <a:off x="2955925" y="789305"/>
            <a:ext cx="75565" cy="75565"/>
          </a:xfrm>
          <a:prstGeom prst="ellipse">
            <a:avLst/>
          </a:prstGeom>
          <a:solidFill>
            <a:srgbClr val="92D050"/>
          </a:solidFill>
          <a:ln w="12700" cap="flat" cmpd="sng">
            <a:solidFill>
              <a:schemeClr val="tx1"/>
            </a:solidFill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0" name="椭圆 29"/>
          <p:cNvSpPr/>
          <p:nvPr>
            <p:custDataLst>
              <p:tags r:id="rId19"/>
            </p:custDataLst>
          </p:nvPr>
        </p:nvSpPr>
        <p:spPr>
          <a:xfrm>
            <a:off x="3263900" y="789305"/>
            <a:ext cx="75565" cy="75565"/>
          </a:xfrm>
          <a:prstGeom prst="ellipse">
            <a:avLst/>
          </a:prstGeom>
          <a:solidFill>
            <a:srgbClr val="FF3300"/>
          </a:solidFill>
          <a:ln w="12700" cap="flat" cmpd="sng">
            <a:solidFill>
              <a:schemeClr val="tx1"/>
            </a:solidFill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1" name="椭圆 30"/>
          <p:cNvSpPr/>
          <p:nvPr>
            <p:custDataLst>
              <p:tags r:id="rId20"/>
            </p:custDataLst>
          </p:nvPr>
        </p:nvSpPr>
        <p:spPr>
          <a:xfrm>
            <a:off x="2958465" y="904875"/>
            <a:ext cx="75565" cy="75565"/>
          </a:xfrm>
          <a:prstGeom prst="ellipse">
            <a:avLst/>
          </a:prstGeom>
          <a:solidFill>
            <a:srgbClr val="92D050"/>
          </a:solidFill>
          <a:ln w="12700" cap="flat" cmpd="sng">
            <a:solidFill>
              <a:schemeClr val="tx1"/>
            </a:solidFill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2" name="椭圆 31"/>
          <p:cNvSpPr/>
          <p:nvPr>
            <p:custDataLst>
              <p:tags r:id="rId21"/>
            </p:custDataLst>
          </p:nvPr>
        </p:nvSpPr>
        <p:spPr>
          <a:xfrm>
            <a:off x="3266440" y="904875"/>
            <a:ext cx="75565" cy="75565"/>
          </a:xfrm>
          <a:prstGeom prst="ellipse">
            <a:avLst/>
          </a:prstGeom>
          <a:solidFill>
            <a:srgbClr val="FF3300"/>
          </a:solidFill>
          <a:ln w="12700" cap="flat" cmpd="sng">
            <a:solidFill>
              <a:schemeClr val="tx1"/>
            </a:solidFill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37" name="直接连接符 36"/>
          <p:cNvCxnSpPr>
            <a:stCxn id="19" idx="6"/>
            <a:endCxn id="20" idx="2"/>
          </p:cNvCxnSpPr>
          <p:nvPr/>
        </p:nvCxnSpPr>
        <p:spPr>
          <a:xfrm>
            <a:off x="3030220" y="446405"/>
            <a:ext cx="23241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9" name="直接连接符 38"/>
          <p:cNvCxnSpPr>
            <a:endCxn id="28" idx="2"/>
          </p:cNvCxnSpPr>
          <p:nvPr>
            <p:custDataLst>
              <p:tags r:id="rId22"/>
            </p:custDataLst>
          </p:nvPr>
        </p:nvCxnSpPr>
        <p:spPr>
          <a:xfrm>
            <a:off x="3034030" y="446405"/>
            <a:ext cx="232410" cy="254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0" name="直接连接符 39"/>
          <p:cNvCxnSpPr/>
          <p:nvPr>
            <p:custDataLst>
              <p:tags r:id="rId23"/>
            </p:custDataLst>
          </p:nvPr>
        </p:nvCxnSpPr>
        <p:spPr>
          <a:xfrm>
            <a:off x="3034030" y="941070"/>
            <a:ext cx="23241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2" name="直接连接符 41"/>
          <p:cNvCxnSpPr/>
          <p:nvPr>
            <p:custDataLst>
              <p:tags r:id="rId24"/>
            </p:custDataLst>
          </p:nvPr>
        </p:nvCxnSpPr>
        <p:spPr>
          <a:xfrm>
            <a:off x="3034030" y="692785"/>
            <a:ext cx="233045" cy="25463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3" name="直接连接符 42"/>
          <p:cNvCxnSpPr>
            <a:endCxn id="30" idx="2"/>
          </p:cNvCxnSpPr>
          <p:nvPr>
            <p:custDataLst>
              <p:tags r:id="rId25"/>
            </p:custDataLst>
          </p:nvPr>
        </p:nvCxnSpPr>
        <p:spPr>
          <a:xfrm>
            <a:off x="3027680" y="592455"/>
            <a:ext cx="236220" cy="23495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4" name="直接连接符 43"/>
          <p:cNvCxnSpPr>
            <a:endCxn id="22" idx="2"/>
          </p:cNvCxnSpPr>
          <p:nvPr>
            <p:custDataLst>
              <p:tags r:id="rId26"/>
            </p:custDataLst>
          </p:nvPr>
        </p:nvCxnSpPr>
        <p:spPr>
          <a:xfrm flipV="1">
            <a:off x="3040380" y="573405"/>
            <a:ext cx="219710" cy="25781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6" name="文本框 45"/>
          <p:cNvSpPr txBox="1"/>
          <p:nvPr>
            <p:custDataLst>
              <p:tags r:id="rId27"/>
            </p:custDataLst>
          </p:nvPr>
        </p:nvSpPr>
        <p:spPr>
          <a:xfrm>
            <a:off x="2576195" y="984885"/>
            <a:ext cx="1069975" cy="2451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000"/>
              <a:t>agent issue-pr</a:t>
            </a:r>
            <a:endParaRPr lang="en-US" altLang="zh-CN" sz="1000"/>
          </a:p>
        </p:txBody>
      </p:sp>
      <p:sp>
        <p:nvSpPr>
          <p:cNvPr id="47" name="矩形 46"/>
          <p:cNvSpPr/>
          <p:nvPr>
            <p:custDataLst>
              <p:tags r:id="rId28"/>
            </p:custDataLst>
          </p:nvPr>
        </p:nvSpPr>
        <p:spPr>
          <a:xfrm>
            <a:off x="2409825" y="616585"/>
            <a:ext cx="75565" cy="83820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8" name="矩形 47"/>
          <p:cNvSpPr/>
          <p:nvPr>
            <p:custDataLst>
              <p:tags r:id="rId29"/>
            </p:custDataLst>
          </p:nvPr>
        </p:nvSpPr>
        <p:spPr>
          <a:xfrm>
            <a:off x="2576195" y="616585"/>
            <a:ext cx="75565" cy="83820"/>
          </a:xfrm>
          <a:prstGeom prst="rect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rgbClr val="92D050"/>
              </a:solidFill>
            </a:endParaRPr>
          </a:p>
        </p:txBody>
      </p:sp>
      <p:sp>
        <p:nvSpPr>
          <p:cNvPr id="49" name="右箭头 48"/>
          <p:cNvSpPr/>
          <p:nvPr>
            <p:custDataLst>
              <p:tags r:id="rId30"/>
            </p:custDataLst>
          </p:nvPr>
        </p:nvSpPr>
        <p:spPr>
          <a:xfrm>
            <a:off x="3507105" y="636270"/>
            <a:ext cx="408305" cy="239395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0" name="矩形 49"/>
          <p:cNvSpPr/>
          <p:nvPr>
            <p:custDataLst>
              <p:tags r:id="rId31"/>
            </p:custDataLst>
          </p:nvPr>
        </p:nvSpPr>
        <p:spPr>
          <a:xfrm>
            <a:off x="3517265" y="592455"/>
            <a:ext cx="75565" cy="83820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1" name="椭圆 50"/>
          <p:cNvSpPr/>
          <p:nvPr>
            <p:custDataLst>
              <p:tags r:id="rId32"/>
            </p:custDataLst>
          </p:nvPr>
        </p:nvSpPr>
        <p:spPr>
          <a:xfrm>
            <a:off x="3986530" y="406400"/>
            <a:ext cx="75565" cy="75565"/>
          </a:xfrm>
          <a:prstGeom prst="ellipse">
            <a:avLst/>
          </a:prstGeom>
          <a:solidFill>
            <a:srgbClr val="92D050"/>
          </a:solidFill>
          <a:ln w="12700" cap="flat" cmpd="sng">
            <a:solidFill>
              <a:schemeClr val="tx1"/>
            </a:solidFill>
            <a:prstDash val="sysDot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2" name="椭圆 51"/>
          <p:cNvSpPr/>
          <p:nvPr>
            <p:custDataLst>
              <p:tags r:id="rId33"/>
            </p:custDataLst>
          </p:nvPr>
        </p:nvSpPr>
        <p:spPr>
          <a:xfrm>
            <a:off x="4294505" y="406400"/>
            <a:ext cx="75565" cy="75565"/>
          </a:xfrm>
          <a:prstGeom prst="ellipse">
            <a:avLst/>
          </a:prstGeom>
          <a:solidFill>
            <a:srgbClr val="FF3300"/>
          </a:solidFill>
          <a:ln w="12700" cap="flat" cmpd="sng">
            <a:solidFill>
              <a:schemeClr val="tx1"/>
            </a:solidFill>
            <a:prstDash val="sysDot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3" name="椭圆 52"/>
          <p:cNvSpPr/>
          <p:nvPr>
            <p:custDataLst>
              <p:tags r:id="rId34"/>
            </p:custDataLst>
          </p:nvPr>
        </p:nvSpPr>
        <p:spPr>
          <a:xfrm>
            <a:off x="3983990" y="533400"/>
            <a:ext cx="75565" cy="75565"/>
          </a:xfrm>
          <a:prstGeom prst="ellipse">
            <a:avLst/>
          </a:prstGeom>
          <a:solidFill>
            <a:srgbClr val="92D050"/>
          </a:solidFill>
          <a:ln w="12700" cap="flat" cmpd="sng">
            <a:solidFill>
              <a:schemeClr val="tx1"/>
            </a:solidFill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4" name="椭圆 53"/>
          <p:cNvSpPr/>
          <p:nvPr>
            <p:custDataLst>
              <p:tags r:id="rId35"/>
            </p:custDataLst>
          </p:nvPr>
        </p:nvSpPr>
        <p:spPr>
          <a:xfrm>
            <a:off x="4291965" y="533400"/>
            <a:ext cx="75565" cy="75565"/>
          </a:xfrm>
          <a:prstGeom prst="ellipse">
            <a:avLst/>
          </a:prstGeom>
          <a:solidFill>
            <a:srgbClr val="FF3300"/>
          </a:solidFill>
          <a:ln w="12700" cap="flat" cmpd="sng">
            <a:solidFill>
              <a:schemeClr val="tx1"/>
            </a:solidFill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5" name="椭圆 54"/>
          <p:cNvSpPr/>
          <p:nvPr>
            <p:custDataLst>
              <p:tags r:id="rId36"/>
            </p:custDataLst>
          </p:nvPr>
        </p:nvSpPr>
        <p:spPr>
          <a:xfrm>
            <a:off x="3990340" y="660400"/>
            <a:ext cx="75565" cy="75565"/>
          </a:xfrm>
          <a:prstGeom prst="ellipse">
            <a:avLst/>
          </a:prstGeom>
          <a:solidFill>
            <a:srgbClr val="92D050"/>
          </a:solidFill>
          <a:ln w="12700" cap="flat" cmpd="sng">
            <a:solidFill>
              <a:schemeClr val="tx1"/>
            </a:solidFill>
            <a:prstDash val="sysDot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6" name="椭圆 55"/>
          <p:cNvSpPr/>
          <p:nvPr>
            <p:custDataLst>
              <p:tags r:id="rId37"/>
            </p:custDataLst>
          </p:nvPr>
        </p:nvSpPr>
        <p:spPr>
          <a:xfrm>
            <a:off x="4298315" y="660400"/>
            <a:ext cx="75565" cy="75565"/>
          </a:xfrm>
          <a:prstGeom prst="ellipse">
            <a:avLst/>
          </a:prstGeom>
          <a:solidFill>
            <a:srgbClr val="FF3300"/>
          </a:solidFill>
          <a:ln w="12700" cap="flat" cmpd="sng">
            <a:solidFill>
              <a:schemeClr val="tx1"/>
            </a:solidFill>
            <a:prstDash val="sysDot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7" name="椭圆 56"/>
          <p:cNvSpPr/>
          <p:nvPr>
            <p:custDataLst>
              <p:tags r:id="rId38"/>
            </p:custDataLst>
          </p:nvPr>
        </p:nvSpPr>
        <p:spPr>
          <a:xfrm>
            <a:off x="3987800" y="787400"/>
            <a:ext cx="75565" cy="75565"/>
          </a:xfrm>
          <a:prstGeom prst="ellipse">
            <a:avLst/>
          </a:prstGeom>
          <a:solidFill>
            <a:srgbClr val="92D050"/>
          </a:solidFill>
          <a:ln w="12700" cap="flat" cmpd="sng">
            <a:solidFill>
              <a:schemeClr val="tx1"/>
            </a:solidFill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8" name="椭圆 57"/>
          <p:cNvSpPr/>
          <p:nvPr>
            <p:custDataLst>
              <p:tags r:id="rId39"/>
            </p:custDataLst>
          </p:nvPr>
        </p:nvSpPr>
        <p:spPr>
          <a:xfrm>
            <a:off x="4295775" y="787400"/>
            <a:ext cx="75565" cy="75565"/>
          </a:xfrm>
          <a:prstGeom prst="ellipse">
            <a:avLst/>
          </a:prstGeom>
          <a:solidFill>
            <a:srgbClr val="FF3300"/>
          </a:solidFill>
          <a:ln w="12700" cap="flat" cmpd="sng">
            <a:solidFill>
              <a:schemeClr val="tx1"/>
            </a:solidFill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9" name="椭圆 58"/>
          <p:cNvSpPr/>
          <p:nvPr>
            <p:custDataLst>
              <p:tags r:id="rId40"/>
            </p:custDataLst>
          </p:nvPr>
        </p:nvSpPr>
        <p:spPr>
          <a:xfrm>
            <a:off x="3990340" y="902970"/>
            <a:ext cx="75565" cy="75565"/>
          </a:xfrm>
          <a:prstGeom prst="ellipse">
            <a:avLst/>
          </a:prstGeom>
          <a:solidFill>
            <a:srgbClr val="92D050"/>
          </a:solidFill>
          <a:ln w="12700" cap="flat" cmpd="sng">
            <a:solidFill>
              <a:schemeClr val="tx1"/>
            </a:solidFill>
            <a:prstDash val="sysDot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0" name="椭圆 59"/>
          <p:cNvSpPr/>
          <p:nvPr>
            <p:custDataLst>
              <p:tags r:id="rId41"/>
            </p:custDataLst>
          </p:nvPr>
        </p:nvSpPr>
        <p:spPr>
          <a:xfrm>
            <a:off x="4298315" y="902970"/>
            <a:ext cx="75565" cy="75565"/>
          </a:xfrm>
          <a:prstGeom prst="ellipse">
            <a:avLst/>
          </a:prstGeom>
          <a:solidFill>
            <a:srgbClr val="FF3300"/>
          </a:solidFill>
          <a:ln w="12700" cap="flat" cmpd="sng">
            <a:solidFill>
              <a:schemeClr val="tx1"/>
            </a:solidFill>
            <a:prstDash val="sysDot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61" name="直接连接符 60"/>
          <p:cNvCxnSpPr>
            <a:stCxn id="51" idx="6"/>
            <a:endCxn id="52" idx="2"/>
          </p:cNvCxnSpPr>
          <p:nvPr>
            <p:custDataLst>
              <p:tags r:id="rId42"/>
            </p:custDataLst>
          </p:nvPr>
        </p:nvCxnSpPr>
        <p:spPr>
          <a:xfrm>
            <a:off x="4062095" y="444500"/>
            <a:ext cx="232410" cy="0"/>
          </a:xfrm>
          <a:prstGeom prst="line">
            <a:avLst/>
          </a:prstGeom>
          <a:ln w="12700" cmpd="sng"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2" name="直接连接符 61"/>
          <p:cNvCxnSpPr>
            <a:endCxn id="56" idx="2"/>
          </p:cNvCxnSpPr>
          <p:nvPr>
            <p:custDataLst>
              <p:tags r:id="rId43"/>
            </p:custDataLst>
          </p:nvPr>
        </p:nvCxnSpPr>
        <p:spPr>
          <a:xfrm>
            <a:off x="4065905" y="444500"/>
            <a:ext cx="232410" cy="254000"/>
          </a:xfrm>
          <a:prstGeom prst="line">
            <a:avLst/>
          </a:prstGeom>
          <a:ln w="12700" cmpd="sng"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3" name="直接连接符 62"/>
          <p:cNvCxnSpPr/>
          <p:nvPr>
            <p:custDataLst>
              <p:tags r:id="rId44"/>
            </p:custDataLst>
          </p:nvPr>
        </p:nvCxnSpPr>
        <p:spPr>
          <a:xfrm>
            <a:off x="4065905" y="939165"/>
            <a:ext cx="232410" cy="0"/>
          </a:xfrm>
          <a:prstGeom prst="line">
            <a:avLst/>
          </a:prstGeom>
          <a:ln w="12700" cmpd="sng"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4" name="直接连接符 63"/>
          <p:cNvCxnSpPr/>
          <p:nvPr>
            <p:custDataLst>
              <p:tags r:id="rId45"/>
            </p:custDataLst>
          </p:nvPr>
        </p:nvCxnSpPr>
        <p:spPr>
          <a:xfrm>
            <a:off x="4065905" y="690880"/>
            <a:ext cx="233045" cy="254635"/>
          </a:xfrm>
          <a:prstGeom prst="line">
            <a:avLst/>
          </a:prstGeom>
          <a:ln w="12700" cmpd="sng"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5" name="直接连接符 64"/>
          <p:cNvCxnSpPr>
            <a:endCxn id="58" idx="2"/>
          </p:cNvCxnSpPr>
          <p:nvPr>
            <p:custDataLst>
              <p:tags r:id="rId46"/>
            </p:custDataLst>
          </p:nvPr>
        </p:nvCxnSpPr>
        <p:spPr>
          <a:xfrm>
            <a:off x="4059555" y="590550"/>
            <a:ext cx="236220" cy="23495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6" name="直接连接符 65"/>
          <p:cNvCxnSpPr>
            <a:endCxn id="54" idx="2"/>
          </p:cNvCxnSpPr>
          <p:nvPr>
            <p:custDataLst>
              <p:tags r:id="rId47"/>
            </p:custDataLst>
          </p:nvPr>
        </p:nvCxnSpPr>
        <p:spPr>
          <a:xfrm flipV="1">
            <a:off x="4072255" y="571500"/>
            <a:ext cx="219710" cy="25781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7" name="文本框 66"/>
          <p:cNvSpPr txBox="1"/>
          <p:nvPr>
            <p:custDataLst>
              <p:tags r:id="rId48"/>
            </p:custDataLst>
          </p:nvPr>
        </p:nvSpPr>
        <p:spPr>
          <a:xfrm>
            <a:off x="3915410" y="1002665"/>
            <a:ext cx="640080" cy="2451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000"/>
              <a:t>1-1 pair</a:t>
            </a:r>
            <a:endParaRPr lang="en-US" altLang="zh-CN" sz="1000"/>
          </a:p>
        </p:txBody>
      </p:sp>
      <p:sp>
        <p:nvSpPr>
          <p:cNvPr id="68" name="右箭头 67"/>
          <p:cNvSpPr/>
          <p:nvPr>
            <p:custDataLst>
              <p:tags r:id="rId49"/>
            </p:custDataLst>
          </p:nvPr>
        </p:nvSpPr>
        <p:spPr>
          <a:xfrm>
            <a:off x="4555490" y="610870"/>
            <a:ext cx="408305" cy="239395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69" name="图片 68"/>
          <p:cNvPicPr>
            <a:picLocks noChangeAspect="1"/>
          </p:cNvPicPr>
          <p:nvPr>
            <p:custDataLst>
              <p:tags r:id="rId50"/>
            </p:custDataLst>
          </p:nvPr>
        </p:nvPicPr>
        <p:blipFill>
          <a:blip r:embed="rId5"/>
          <a:srcRect l="13481" r="12457"/>
          <a:stretch>
            <a:fillRect/>
          </a:stretch>
        </p:blipFill>
        <p:spPr>
          <a:xfrm>
            <a:off x="5229225" y="483870"/>
            <a:ext cx="275590" cy="368300"/>
          </a:xfrm>
          <a:prstGeom prst="rect">
            <a:avLst/>
          </a:prstGeom>
        </p:spPr>
      </p:pic>
      <p:pic>
        <p:nvPicPr>
          <p:cNvPr id="70" name="图片 69"/>
          <p:cNvPicPr/>
          <p:nvPr>
            <p:custDataLst>
              <p:tags r:id="rId51"/>
            </p:custDataLst>
          </p:nvPr>
        </p:nvPicPr>
        <p:blipFill>
          <a:blip r:embed="rId52"/>
        </p:blipFill>
        <p:spPr>
          <a:xfrm>
            <a:off x="5659120" y="502920"/>
            <a:ext cx="342900" cy="304165"/>
          </a:xfrm>
          <a:prstGeom prst="rect">
            <a:avLst/>
          </a:prstGeom>
        </p:spPr>
      </p:pic>
      <p:sp>
        <p:nvSpPr>
          <p:cNvPr id="71" name="文本框 70"/>
          <p:cNvSpPr txBox="1"/>
          <p:nvPr>
            <p:custDataLst>
              <p:tags r:id="rId53"/>
            </p:custDataLst>
          </p:nvPr>
        </p:nvSpPr>
        <p:spPr>
          <a:xfrm>
            <a:off x="5073015" y="904875"/>
            <a:ext cx="1340485" cy="2451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000"/>
              <a:t>agent docker build</a:t>
            </a:r>
            <a:endParaRPr lang="en-US" altLang="zh-CN" sz="1000"/>
          </a:p>
        </p:txBody>
      </p:sp>
      <p:sp>
        <p:nvSpPr>
          <p:cNvPr id="72" name="椭圆 71"/>
          <p:cNvSpPr/>
          <p:nvPr>
            <p:custDataLst>
              <p:tags r:id="rId54"/>
            </p:custDataLst>
          </p:nvPr>
        </p:nvSpPr>
        <p:spPr>
          <a:xfrm>
            <a:off x="254635" y="1867535"/>
            <a:ext cx="75565" cy="75565"/>
          </a:xfrm>
          <a:prstGeom prst="ellipse">
            <a:avLst/>
          </a:prstGeom>
          <a:solidFill>
            <a:srgbClr val="92D050"/>
          </a:solidFill>
          <a:ln w="12700" cap="flat" cmpd="sng">
            <a:solidFill>
              <a:schemeClr val="tx1"/>
            </a:solidFill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3" name="椭圆 72"/>
          <p:cNvSpPr/>
          <p:nvPr>
            <p:custDataLst>
              <p:tags r:id="rId55"/>
            </p:custDataLst>
          </p:nvPr>
        </p:nvSpPr>
        <p:spPr>
          <a:xfrm>
            <a:off x="568960" y="2121535"/>
            <a:ext cx="75565" cy="75565"/>
          </a:xfrm>
          <a:prstGeom prst="ellipse">
            <a:avLst/>
          </a:prstGeom>
          <a:solidFill>
            <a:srgbClr val="FF3300"/>
          </a:solidFill>
          <a:ln w="12700" cap="flat" cmpd="sng">
            <a:solidFill>
              <a:schemeClr val="tx1"/>
            </a:solidFill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74" name="直接连接符 73"/>
          <p:cNvCxnSpPr>
            <a:endCxn id="73" idx="2"/>
          </p:cNvCxnSpPr>
          <p:nvPr>
            <p:custDataLst>
              <p:tags r:id="rId56"/>
            </p:custDataLst>
          </p:nvPr>
        </p:nvCxnSpPr>
        <p:spPr>
          <a:xfrm>
            <a:off x="331470" y="1924685"/>
            <a:ext cx="236220" cy="23495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6" name="文本框 75"/>
          <p:cNvSpPr txBox="1"/>
          <p:nvPr>
            <p:custDataLst>
              <p:tags r:id="rId57"/>
            </p:custDataLst>
          </p:nvPr>
        </p:nvSpPr>
        <p:spPr>
          <a:xfrm>
            <a:off x="73025" y="2197100"/>
            <a:ext cx="88836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000"/>
              <a:t>issue_</a:t>
            </a:r>
            <a:r>
              <a:rPr lang="en-US" altLang="zh-CN" sz="1000">
                <a:hlinkClick r:id="rId58" tooltip="" action="ppaction://hlinksldjump"/>
              </a:rPr>
              <a:t>128</a:t>
            </a:r>
            <a:endParaRPr lang="en-US" altLang="zh-CN" sz="1000"/>
          </a:p>
        </p:txBody>
      </p:sp>
      <p:sp>
        <p:nvSpPr>
          <p:cNvPr id="79" name="右箭头 78"/>
          <p:cNvSpPr/>
          <p:nvPr>
            <p:custDataLst>
              <p:tags r:id="rId59"/>
            </p:custDataLst>
          </p:nvPr>
        </p:nvSpPr>
        <p:spPr>
          <a:xfrm>
            <a:off x="1030605" y="1957705"/>
            <a:ext cx="408305" cy="239395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80" name="图片 79"/>
          <p:cNvPicPr/>
          <p:nvPr>
            <p:custDataLst>
              <p:tags r:id="rId60"/>
            </p:custDataLst>
          </p:nvPr>
        </p:nvPicPr>
        <p:blipFill>
          <a:blip r:embed="rId2"/>
        </p:blipFill>
        <p:spPr>
          <a:xfrm>
            <a:off x="1623060" y="3110230"/>
            <a:ext cx="786765" cy="638175"/>
          </a:xfrm>
          <a:prstGeom prst="rect">
            <a:avLst/>
          </a:prstGeom>
        </p:spPr>
      </p:pic>
      <p:sp>
        <p:nvSpPr>
          <p:cNvPr id="82" name="文本框 81"/>
          <p:cNvSpPr txBox="1"/>
          <p:nvPr>
            <p:custDataLst>
              <p:tags r:id="rId61"/>
            </p:custDataLst>
          </p:nvPr>
        </p:nvSpPr>
        <p:spPr>
          <a:xfrm>
            <a:off x="1623060" y="3748405"/>
            <a:ext cx="88836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000"/>
              <a:t>agent repo</a:t>
            </a:r>
            <a:endParaRPr lang="en-US" altLang="zh-CN" sz="1000"/>
          </a:p>
        </p:txBody>
      </p:sp>
      <p:sp>
        <p:nvSpPr>
          <p:cNvPr id="83" name="文本框 82"/>
          <p:cNvSpPr txBox="1"/>
          <p:nvPr>
            <p:custDataLst>
              <p:tags r:id="rId62"/>
            </p:custDataLst>
          </p:nvPr>
        </p:nvSpPr>
        <p:spPr>
          <a:xfrm>
            <a:off x="1623060" y="1914525"/>
            <a:ext cx="888365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000"/>
              <a:t>issue</a:t>
            </a:r>
            <a:endParaRPr lang="en-US" altLang="zh-CN" sz="1000"/>
          </a:p>
          <a:p>
            <a:r>
              <a:rPr lang="en-US" altLang="zh-CN" sz="1000"/>
              <a:t>pr</a:t>
            </a:r>
            <a:endParaRPr lang="en-US" altLang="zh-CN" sz="1000"/>
          </a:p>
          <a:p>
            <a:r>
              <a:rPr lang="en-US" altLang="zh-CN" sz="1000"/>
              <a:t>patch</a:t>
            </a:r>
            <a:endParaRPr lang="en-US" altLang="zh-CN" sz="1000"/>
          </a:p>
        </p:txBody>
      </p:sp>
      <p:sp>
        <p:nvSpPr>
          <p:cNvPr id="84" name="左大括号 83"/>
          <p:cNvSpPr/>
          <p:nvPr/>
        </p:nvSpPr>
        <p:spPr>
          <a:xfrm>
            <a:off x="1600200" y="1924685"/>
            <a:ext cx="75565" cy="555625"/>
          </a:xfrm>
          <a:prstGeom prst="leftBrac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5" name="文本框 84"/>
          <p:cNvSpPr txBox="1"/>
          <p:nvPr>
            <p:custDataLst>
              <p:tags r:id="rId63"/>
            </p:custDataLst>
          </p:nvPr>
        </p:nvSpPr>
        <p:spPr>
          <a:xfrm>
            <a:off x="826135" y="1712595"/>
            <a:ext cx="88836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000"/>
              <a:t>expand</a:t>
            </a:r>
            <a:endParaRPr lang="en-US" altLang="zh-CN" sz="1000"/>
          </a:p>
        </p:txBody>
      </p:sp>
      <p:sp>
        <p:nvSpPr>
          <p:cNvPr id="86" name="右箭头 85"/>
          <p:cNvSpPr/>
          <p:nvPr>
            <p:custDataLst>
              <p:tags r:id="rId64"/>
            </p:custDataLst>
          </p:nvPr>
        </p:nvSpPr>
        <p:spPr>
          <a:xfrm>
            <a:off x="2348230" y="1997710"/>
            <a:ext cx="408305" cy="239395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87" name="图片 86"/>
          <p:cNvPicPr>
            <a:picLocks noChangeAspect="1"/>
          </p:cNvPicPr>
          <p:nvPr>
            <p:custDataLst>
              <p:tags r:id="rId65"/>
            </p:custDataLst>
          </p:nvPr>
        </p:nvPicPr>
        <p:blipFill>
          <a:blip r:embed="rId5"/>
          <a:srcRect l="13481" r="12457"/>
          <a:stretch>
            <a:fillRect/>
          </a:stretch>
        </p:blipFill>
        <p:spPr>
          <a:xfrm>
            <a:off x="2856230" y="1914525"/>
            <a:ext cx="275590" cy="368300"/>
          </a:xfrm>
          <a:prstGeom prst="rect">
            <a:avLst/>
          </a:prstGeom>
        </p:spPr>
      </p:pic>
      <p:sp>
        <p:nvSpPr>
          <p:cNvPr id="88" name="左大括号 87"/>
          <p:cNvSpPr/>
          <p:nvPr>
            <p:custDataLst>
              <p:tags r:id="rId66"/>
            </p:custDataLst>
          </p:nvPr>
        </p:nvSpPr>
        <p:spPr>
          <a:xfrm>
            <a:off x="3267075" y="1886585"/>
            <a:ext cx="75565" cy="555625"/>
          </a:xfrm>
          <a:prstGeom prst="leftBrac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0" name="文本框 89"/>
          <p:cNvSpPr txBox="1"/>
          <p:nvPr>
            <p:custDataLst>
              <p:tags r:id="rId67"/>
            </p:custDataLst>
          </p:nvPr>
        </p:nvSpPr>
        <p:spPr>
          <a:xfrm>
            <a:off x="3344545" y="1867535"/>
            <a:ext cx="1486535" cy="5994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000"/>
              <a:t>mocking unitest guide</a:t>
            </a:r>
            <a:endParaRPr lang="en-US" altLang="zh-CN" sz="1000"/>
          </a:p>
          <a:p>
            <a:endParaRPr lang="en-US" altLang="zh-CN" sz="1000"/>
          </a:p>
          <a:p>
            <a:r>
              <a:rPr lang="en-US" altLang="zh-CN" sz="1000"/>
              <a:t>mock api resources</a:t>
            </a:r>
            <a:endParaRPr lang="en-US" altLang="zh-CN" sz="1000"/>
          </a:p>
        </p:txBody>
      </p:sp>
      <p:sp>
        <p:nvSpPr>
          <p:cNvPr id="91" name="右箭头 90"/>
          <p:cNvSpPr/>
          <p:nvPr>
            <p:custDataLst>
              <p:tags r:id="rId68"/>
            </p:custDataLst>
          </p:nvPr>
        </p:nvSpPr>
        <p:spPr>
          <a:xfrm>
            <a:off x="4900295" y="1997710"/>
            <a:ext cx="408305" cy="239395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92" name="图片 91">
            <a:hlinkClick r:id="rId69" tooltip="" action="ppaction://hlinksldjump"/>
          </p:cNvPr>
          <p:cNvPicPr/>
          <p:nvPr>
            <p:custDataLst>
              <p:tags r:id="rId70"/>
            </p:custDataLst>
          </p:nvPr>
        </p:nvPicPr>
        <p:blipFill>
          <a:blip r:embed="rId71"/>
        </p:blipFill>
        <p:spPr>
          <a:xfrm>
            <a:off x="5504180" y="1821815"/>
            <a:ext cx="499745" cy="470535"/>
          </a:xfrm>
          <a:prstGeom prst="rect">
            <a:avLst/>
          </a:prstGeom>
        </p:spPr>
      </p:pic>
      <p:sp>
        <p:nvSpPr>
          <p:cNvPr id="93" name="文本框 92"/>
          <p:cNvSpPr txBox="1"/>
          <p:nvPr>
            <p:custDataLst>
              <p:tags r:id="rId72"/>
            </p:custDataLst>
          </p:nvPr>
        </p:nvSpPr>
        <p:spPr>
          <a:xfrm>
            <a:off x="5417820" y="2396490"/>
            <a:ext cx="88836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000"/>
              <a:t>test128.py</a:t>
            </a:r>
            <a:endParaRPr lang="en-US" altLang="zh-CN" sz="1000"/>
          </a:p>
        </p:txBody>
      </p:sp>
      <p:pic>
        <p:nvPicPr>
          <p:cNvPr id="94" name="图片 93"/>
          <p:cNvPicPr/>
          <p:nvPr>
            <p:custDataLst>
              <p:tags r:id="rId73"/>
            </p:custDataLst>
          </p:nvPr>
        </p:nvPicPr>
        <p:blipFill>
          <a:blip r:embed="rId52"/>
        </p:blipFill>
        <p:spPr>
          <a:xfrm>
            <a:off x="216535" y="4631690"/>
            <a:ext cx="342900" cy="304165"/>
          </a:xfrm>
          <a:prstGeom prst="rect">
            <a:avLst/>
          </a:prstGeom>
        </p:spPr>
      </p:pic>
      <p:pic>
        <p:nvPicPr>
          <p:cNvPr id="95" name="图片 94"/>
          <p:cNvPicPr/>
          <p:nvPr>
            <p:custDataLst>
              <p:tags r:id="rId74"/>
            </p:custDataLst>
          </p:nvPr>
        </p:nvPicPr>
        <p:blipFill>
          <a:blip r:embed="rId2"/>
        </p:blipFill>
        <p:spPr>
          <a:xfrm>
            <a:off x="690880" y="4052570"/>
            <a:ext cx="786765" cy="638175"/>
          </a:xfrm>
          <a:prstGeom prst="rect">
            <a:avLst/>
          </a:prstGeom>
        </p:spPr>
      </p:pic>
      <p:sp>
        <p:nvSpPr>
          <p:cNvPr id="96" name="文本框 95"/>
          <p:cNvSpPr txBox="1"/>
          <p:nvPr>
            <p:custDataLst>
              <p:tags r:id="rId75"/>
            </p:custDataLst>
          </p:nvPr>
        </p:nvSpPr>
        <p:spPr>
          <a:xfrm>
            <a:off x="690880" y="4690745"/>
            <a:ext cx="88836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000"/>
              <a:t>buggy repo</a:t>
            </a:r>
            <a:endParaRPr lang="en-US" altLang="zh-CN" sz="1000"/>
          </a:p>
        </p:txBody>
      </p:sp>
      <p:pic>
        <p:nvPicPr>
          <p:cNvPr id="97" name="图片 96"/>
          <p:cNvPicPr/>
          <p:nvPr>
            <p:custDataLst>
              <p:tags r:id="rId76"/>
            </p:custDataLst>
          </p:nvPr>
        </p:nvPicPr>
        <p:blipFill>
          <a:blip r:embed="rId2"/>
        </p:blipFill>
        <p:spPr>
          <a:xfrm>
            <a:off x="734695" y="5012690"/>
            <a:ext cx="786765" cy="638175"/>
          </a:xfrm>
          <a:prstGeom prst="rect">
            <a:avLst/>
          </a:prstGeom>
        </p:spPr>
      </p:pic>
      <p:sp>
        <p:nvSpPr>
          <p:cNvPr id="98" name="文本框 97"/>
          <p:cNvSpPr txBox="1"/>
          <p:nvPr>
            <p:custDataLst>
              <p:tags r:id="rId77"/>
            </p:custDataLst>
          </p:nvPr>
        </p:nvSpPr>
        <p:spPr>
          <a:xfrm>
            <a:off x="734695" y="5650865"/>
            <a:ext cx="88836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000"/>
              <a:t>buggy repo</a:t>
            </a:r>
            <a:endParaRPr lang="en-US" altLang="zh-CN" sz="1000"/>
          </a:p>
        </p:txBody>
      </p:sp>
      <p:sp>
        <p:nvSpPr>
          <p:cNvPr id="99" name="加号 98"/>
          <p:cNvSpPr/>
          <p:nvPr/>
        </p:nvSpPr>
        <p:spPr>
          <a:xfrm>
            <a:off x="1673860" y="5293995"/>
            <a:ext cx="200025" cy="208280"/>
          </a:xfrm>
          <a:prstGeom prst="mathPlus">
            <a:avLst/>
          </a:prstGeom>
          <a:solidFill>
            <a:schemeClr val="tx2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00" name="图片 99"/>
          <p:cNvPicPr>
            <a:picLocks noChangeAspect="1"/>
          </p:cNvPicPr>
          <p:nvPr>
            <p:custDataLst>
              <p:tags r:id="rId78"/>
            </p:custDataLst>
          </p:nvPr>
        </p:nvPicPr>
        <p:blipFill>
          <a:blip r:embed="rId79"/>
          <a:stretch>
            <a:fillRect/>
          </a:stretch>
        </p:blipFill>
        <p:spPr>
          <a:xfrm>
            <a:off x="2096770" y="5248910"/>
            <a:ext cx="1238885" cy="253365"/>
          </a:xfrm>
          <a:prstGeom prst="rect">
            <a:avLst/>
          </a:prstGeom>
        </p:spPr>
      </p:pic>
      <p:sp>
        <p:nvSpPr>
          <p:cNvPr id="102" name="文本框 101"/>
          <p:cNvSpPr txBox="1"/>
          <p:nvPr>
            <p:custDataLst>
              <p:tags r:id="rId80"/>
            </p:custDataLst>
          </p:nvPr>
        </p:nvSpPr>
        <p:spPr>
          <a:xfrm>
            <a:off x="2485390" y="5650865"/>
            <a:ext cx="88836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000"/>
              <a:t>fix patch</a:t>
            </a:r>
            <a:endParaRPr lang="en-US" altLang="zh-CN" sz="1000"/>
          </a:p>
        </p:txBody>
      </p:sp>
      <p:sp>
        <p:nvSpPr>
          <p:cNvPr id="103" name="右箭头 102"/>
          <p:cNvSpPr/>
          <p:nvPr>
            <p:custDataLst>
              <p:tags r:id="rId81"/>
            </p:custDataLst>
          </p:nvPr>
        </p:nvSpPr>
        <p:spPr>
          <a:xfrm>
            <a:off x="3757930" y="4392295"/>
            <a:ext cx="408305" cy="239395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4" name="右箭头 103"/>
          <p:cNvSpPr/>
          <p:nvPr>
            <p:custDataLst>
              <p:tags r:id="rId82"/>
            </p:custDataLst>
          </p:nvPr>
        </p:nvSpPr>
        <p:spPr>
          <a:xfrm>
            <a:off x="3757930" y="5293995"/>
            <a:ext cx="408305" cy="239395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05" name="图片 104"/>
          <p:cNvPicPr/>
          <p:nvPr>
            <p:custDataLst>
              <p:tags r:id="rId83"/>
            </p:custDataLst>
          </p:nvPr>
        </p:nvPicPr>
        <p:blipFill>
          <a:blip r:embed="rId71"/>
        </p:blipFill>
        <p:spPr>
          <a:xfrm>
            <a:off x="4506595" y="4542155"/>
            <a:ext cx="499745" cy="470535"/>
          </a:xfrm>
          <a:prstGeom prst="rect">
            <a:avLst/>
          </a:prstGeom>
        </p:spPr>
      </p:pic>
      <p:sp>
        <p:nvSpPr>
          <p:cNvPr id="106" name="文本框 105"/>
          <p:cNvSpPr txBox="1"/>
          <p:nvPr>
            <p:custDataLst>
              <p:tags r:id="rId84"/>
            </p:custDataLst>
          </p:nvPr>
        </p:nvSpPr>
        <p:spPr>
          <a:xfrm>
            <a:off x="4420235" y="5116830"/>
            <a:ext cx="88836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000"/>
              <a:t>test128.py</a:t>
            </a:r>
            <a:endParaRPr lang="en-US" altLang="zh-CN" sz="1000"/>
          </a:p>
        </p:txBody>
      </p:sp>
      <p:sp>
        <p:nvSpPr>
          <p:cNvPr id="108" name="右箭头 107"/>
          <p:cNvSpPr/>
          <p:nvPr>
            <p:custDataLst>
              <p:tags r:id="rId85"/>
            </p:custDataLst>
          </p:nvPr>
        </p:nvSpPr>
        <p:spPr>
          <a:xfrm>
            <a:off x="5250815" y="4392295"/>
            <a:ext cx="408305" cy="239395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9" name="右箭头 108"/>
          <p:cNvSpPr/>
          <p:nvPr>
            <p:custDataLst>
              <p:tags r:id="rId86"/>
            </p:custDataLst>
          </p:nvPr>
        </p:nvSpPr>
        <p:spPr>
          <a:xfrm>
            <a:off x="5250815" y="5293995"/>
            <a:ext cx="408305" cy="239395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0" name="文本框 109"/>
          <p:cNvSpPr txBox="1"/>
          <p:nvPr>
            <p:custDataLst>
              <p:tags r:id="rId87"/>
            </p:custDataLst>
          </p:nvPr>
        </p:nvSpPr>
        <p:spPr>
          <a:xfrm>
            <a:off x="6002020" y="4690745"/>
            <a:ext cx="148653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000"/>
              <a:t>bug reproduced</a:t>
            </a:r>
            <a:endParaRPr lang="en-US" altLang="zh-CN" sz="1000"/>
          </a:p>
        </p:txBody>
      </p:sp>
      <p:sp>
        <p:nvSpPr>
          <p:cNvPr id="112" name="文本框 111"/>
          <p:cNvSpPr txBox="1"/>
          <p:nvPr>
            <p:custDataLst>
              <p:tags r:id="rId88"/>
            </p:custDataLst>
          </p:nvPr>
        </p:nvSpPr>
        <p:spPr>
          <a:xfrm>
            <a:off x="6003925" y="5405755"/>
            <a:ext cx="148653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000"/>
              <a:t>bug fixed</a:t>
            </a:r>
            <a:endParaRPr lang="en-US" altLang="zh-CN" sz="1000"/>
          </a:p>
        </p:txBody>
      </p:sp>
      <p:sp>
        <p:nvSpPr>
          <p:cNvPr id="113" name="矩形 112"/>
          <p:cNvSpPr/>
          <p:nvPr/>
        </p:nvSpPr>
        <p:spPr>
          <a:xfrm>
            <a:off x="83185" y="25400"/>
            <a:ext cx="6761480" cy="1264920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114" name="文本框 113"/>
          <p:cNvSpPr txBox="1"/>
          <p:nvPr/>
        </p:nvSpPr>
        <p:spPr>
          <a:xfrm>
            <a:off x="6844665" y="978535"/>
            <a:ext cx="40640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>
                <a:solidFill>
                  <a:srgbClr val="FF0000"/>
                </a:solidFill>
              </a:rPr>
              <a:t>previous</a:t>
            </a:r>
            <a:endParaRPr lang="en-US" altLang="zh-CN" sz="1400">
              <a:solidFill>
                <a:srgbClr val="FF0000"/>
              </a:solidFill>
            </a:endParaRPr>
          </a:p>
        </p:txBody>
      </p:sp>
      <p:pic>
        <p:nvPicPr>
          <p:cNvPr id="115" name="图片 114"/>
          <p:cNvPicPr>
            <a:picLocks noChangeAspect="1"/>
          </p:cNvPicPr>
          <p:nvPr>
            <p:custDataLst>
              <p:tags r:id="rId89"/>
            </p:custDataLst>
          </p:nvPr>
        </p:nvPicPr>
        <p:blipFill>
          <a:blip r:embed="rId90"/>
          <a:stretch>
            <a:fillRect/>
          </a:stretch>
        </p:blipFill>
        <p:spPr>
          <a:xfrm>
            <a:off x="6306185" y="4339590"/>
            <a:ext cx="330200" cy="292100"/>
          </a:xfrm>
          <a:prstGeom prst="rect">
            <a:avLst/>
          </a:prstGeom>
        </p:spPr>
      </p:pic>
      <p:pic>
        <p:nvPicPr>
          <p:cNvPr id="116" name="图片 115"/>
          <p:cNvPicPr>
            <a:picLocks noChangeAspect="1"/>
          </p:cNvPicPr>
          <p:nvPr>
            <p:custDataLst>
              <p:tags r:id="rId91"/>
            </p:custDataLst>
          </p:nvPr>
        </p:nvPicPr>
        <p:blipFill>
          <a:blip r:embed="rId92"/>
          <a:stretch>
            <a:fillRect/>
          </a:stretch>
        </p:blipFill>
        <p:spPr>
          <a:xfrm>
            <a:off x="6306185" y="5171440"/>
            <a:ext cx="330200" cy="190500"/>
          </a:xfrm>
          <a:prstGeom prst="rect">
            <a:avLst/>
          </a:prstGeom>
        </p:spPr>
      </p:pic>
      <p:sp>
        <p:nvSpPr>
          <p:cNvPr id="117" name="右箭头 116"/>
          <p:cNvSpPr/>
          <p:nvPr>
            <p:custDataLst>
              <p:tags r:id="rId93"/>
            </p:custDataLst>
          </p:nvPr>
        </p:nvSpPr>
        <p:spPr>
          <a:xfrm>
            <a:off x="7488555" y="4932045"/>
            <a:ext cx="408305" cy="239395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8" name="矩形 117"/>
          <p:cNvSpPr/>
          <p:nvPr>
            <p:custDataLst>
              <p:tags r:id="rId94"/>
            </p:custDataLst>
          </p:nvPr>
        </p:nvSpPr>
        <p:spPr>
          <a:xfrm>
            <a:off x="7576185" y="4852035"/>
            <a:ext cx="75565" cy="83820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9" name="文本框 118"/>
          <p:cNvSpPr txBox="1"/>
          <p:nvPr/>
        </p:nvSpPr>
        <p:spPr>
          <a:xfrm>
            <a:off x="8128000" y="485203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diliverable issue set</a:t>
            </a:r>
            <a:endParaRPr lang="en-US" altLang="zh-C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621030" y="58166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example issue 128</a:t>
            </a:r>
            <a:endParaRPr lang="en-US" altLang="zh-CN"/>
          </a:p>
        </p:txBody>
      </p:sp>
      <p:pic>
        <p:nvPicPr>
          <p:cNvPr id="78" name="图片 77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917575" y="949960"/>
            <a:ext cx="8182610" cy="5623560"/>
          </a:xfrm>
          <a:prstGeom prst="rect">
            <a:avLst/>
          </a:prstGeom>
        </p:spPr>
      </p:pic>
      <p:sp>
        <p:nvSpPr>
          <p:cNvPr id="5" name="左箭头 4">
            <a:hlinkClick r:id="rId3" tooltip="" action="ppaction://hlinksldjump"/>
          </p:cNvPr>
          <p:cNvSpPr/>
          <p:nvPr/>
        </p:nvSpPr>
        <p:spPr>
          <a:xfrm>
            <a:off x="10255885" y="6513195"/>
            <a:ext cx="203200" cy="127000"/>
          </a:xfrm>
          <a:prstGeom prst="lef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文本框 4"/>
          <p:cNvSpPr txBox="1"/>
          <p:nvPr>
            <p:custDataLst>
              <p:tags r:id="rId1"/>
            </p:custDataLst>
          </p:nvPr>
        </p:nvSpPr>
        <p:spPr>
          <a:xfrm>
            <a:off x="621030" y="58166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example test 128</a:t>
            </a:r>
            <a:endParaRPr lang="en-US" altLang="zh-CN"/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500380" y="1109980"/>
            <a:ext cx="5803265" cy="544957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5203190" y="1109980"/>
            <a:ext cx="6999605" cy="5449570"/>
          </a:xfrm>
          <a:prstGeom prst="rect">
            <a:avLst/>
          </a:prstGeom>
        </p:spPr>
      </p:pic>
      <p:sp>
        <p:nvSpPr>
          <p:cNvPr id="8" name="圆角矩形 7"/>
          <p:cNvSpPr/>
          <p:nvPr/>
        </p:nvSpPr>
        <p:spPr>
          <a:xfrm>
            <a:off x="5378450" y="1297305"/>
            <a:ext cx="3075305" cy="296545"/>
          </a:xfrm>
          <a:prstGeom prst="roundRect">
            <a:avLst/>
          </a:prstGeom>
          <a:ln w="12700" cmpd="sng">
            <a:solidFill>
              <a:srgbClr val="FF0000"/>
            </a:solidFill>
            <a:prstDash val="sysDot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圆角矩形 8"/>
          <p:cNvSpPr/>
          <p:nvPr>
            <p:custDataLst>
              <p:tags r:id="rId6"/>
            </p:custDataLst>
          </p:nvPr>
        </p:nvSpPr>
        <p:spPr>
          <a:xfrm>
            <a:off x="900430" y="5182235"/>
            <a:ext cx="3075305" cy="209550"/>
          </a:xfrm>
          <a:prstGeom prst="roundRect">
            <a:avLst/>
          </a:prstGeom>
          <a:ln w="12700" cmpd="sng">
            <a:solidFill>
              <a:srgbClr val="FF0000"/>
            </a:solidFill>
            <a:prstDash val="sysDot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圆角矩形 9"/>
          <p:cNvSpPr/>
          <p:nvPr>
            <p:custDataLst>
              <p:tags r:id="rId7"/>
            </p:custDataLst>
          </p:nvPr>
        </p:nvSpPr>
        <p:spPr>
          <a:xfrm>
            <a:off x="5378450" y="3930015"/>
            <a:ext cx="3075305" cy="368300"/>
          </a:xfrm>
          <a:prstGeom prst="roundRect">
            <a:avLst/>
          </a:prstGeom>
          <a:ln w="12700" cmpd="sng">
            <a:solidFill>
              <a:srgbClr val="FF0000"/>
            </a:solidFill>
            <a:prstDash val="sysDot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2665095" y="773430"/>
            <a:ext cx="3954145" cy="5883275"/>
          </a:xfrm>
          <a:prstGeom prst="rect">
            <a:avLst/>
          </a:prstGeom>
        </p:spPr>
      </p:pic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621030" y="40513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example test 145</a:t>
            </a:r>
            <a:endParaRPr lang="en-US" altLang="zh-CN"/>
          </a:p>
        </p:txBody>
      </p:sp>
      <p:sp>
        <p:nvSpPr>
          <p:cNvPr id="9" name="圆角矩形 8"/>
          <p:cNvSpPr/>
          <p:nvPr>
            <p:custDataLst>
              <p:tags r:id="rId4"/>
            </p:custDataLst>
          </p:nvPr>
        </p:nvSpPr>
        <p:spPr>
          <a:xfrm>
            <a:off x="2710815" y="4820285"/>
            <a:ext cx="3075305" cy="209550"/>
          </a:xfrm>
          <a:prstGeom prst="roundRect">
            <a:avLst/>
          </a:prstGeom>
          <a:ln w="12700" cmpd="sng">
            <a:solidFill>
              <a:srgbClr val="FF0000"/>
            </a:solidFill>
            <a:prstDash val="sysDot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圆角矩形 5"/>
          <p:cNvSpPr/>
          <p:nvPr>
            <p:custDataLst>
              <p:tags r:id="rId5"/>
            </p:custDataLst>
          </p:nvPr>
        </p:nvSpPr>
        <p:spPr>
          <a:xfrm>
            <a:off x="2792095" y="2984500"/>
            <a:ext cx="3075305" cy="209550"/>
          </a:xfrm>
          <a:prstGeom prst="roundRect">
            <a:avLst/>
          </a:prstGeom>
          <a:ln w="12700" cmpd="sng">
            <a:solidFill>
              <a:srgbClr val="FF0000"/>
            </a:solidFill>
            <a:prstDash val="sysDot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BEAUTIFY_FLAG" val=""/>
</p:tagLst>
</file>

<file path=ppt/tags/tag11.xml><?xml version="1.0" encoding="utf-8"?>
<p:tagLst xmlns:p="http://schemas.openxmlformats.org/presentationml/2006/main">
  <p:tag name="KSO_WM_BEAUTIFY_FLAG" val=""/>
</p:tagLst>
</file>

<file path=ppt/tags/tag12.xml><?xml version="1.0" encoding="utf-8"?>
<p:tagLst xmlns:p="http://schemas.openxmlformats.org/presentationml/2006/main">
  <p:tag name="KSO_WM_BEAUTIFY_FLAG" val=""/>
</p:tagLst>
</file>

<file path=ppt/tags/tag13.xml><?xml version="1.0" encoding="utf-8"?>
<p:tagLst xmlns:p="http://schemas.openxmlformats.org/presentationml/2006/main">
  <p:tag name="KSO_WM_BEAUTIFY_FLAG" val=""/>
</p:tagLst>
</file>

<file path=ppt/tags/tag14.xml><?xml version="1.0" encoding="utf-8"?>
<p:tagLst xmlns:p="http://schemas.openxmlformats.org/presentationml/2006/main">
  <p:tag name="KSO_WM_BEAUTIFY_FLAG" val=""/>
</p:tagLst>
</file>

<file path=ppt/tags/tag15.xml><?xml version="1.0" encoding="utf-8"?>
<p:tagLst xmlns:p="http://schemas.openxmlformats.org/presentationml/2006/main">
  <p:tag name="KSO_WM_BEAUTIFY_FLAG" val=""/>
</p:tagLst>
</file>

<file path=ppt/tags/tag16.xml><?xml version="1.0" encoding="utf-8"?>
<p:tagLst xmlns:p="http://schemas.openxmlformats.org/presentationml/2006/main">
  <p:tag name="KSO_WM_BEAUTIFY_FLAG" val=""/>
</p:tagLst>
</file>

<file path=ppt/tags/tag17.xml><?xml version="1.0" encoding="utf-8"?>
<p:tagLst xmlns:p="http://schemas.openxmlformats.org/presentationml/2006/main">
  <p:tag name="KSO_WM_BEAUTIFY_FLAG" val=""/>
</p:tagLst>
</file>

<file path=ppt/tags/tag18.xml><?xml version="1.0" encoding="utf-8"?>
<p:tagLst xmlns:p="http://schemas.openxmlformats.org/presentationml/2006/main">
  <p:tag name="KSO_WM_BEAUTIFY_FLAG" val=""/>
</p:tagLst>
</file>

<file path=ppt/tags/tag19.xml><?xml version="1.0" encoding="utf-8"?>
<p:tagLst xmlns:p="http://schemas.openxmlformats.org/presentationml/2006/main">
  <p:tag name="KSO_WM_BEAUTIFY_FLAG" val=""/>
</p:tagLst>
</file>

<file path=ppt/tags/tag20.xml><?xml version="1.0" encoding="utf-8"?>
<p:tagLst xmlns:p="http://schemas.openxmlformats.org/presentationml/2006/main">
  <p:tag name="KSO_WM_BEAUTIFY_FLAG" val=""/>
</p:tagLst>
</file>

<file path=ppt/tags/tag21.xml><?xml version="1.0" encoding="utf-8"?>
<p:tagLst xmlns:p="http://schemas.openxmlformats.org/presentationml/2006/main">
  <p:tag name="KSO_WM_BEAUTIFY_FLAG" val=""/>
</p:tagLst>
</file>

<file path=ppt/tags/tag22.xml><?xml version="1.0" encoding="utf-8"?>
<p:tagLst xmlns:p="http://schemas.openxmlformats.org/presentationml/2006/main">
  <p:tag name="KSO_WM_BEAUTIFY_FLAG" val=""/>
</p:tagLst>
</file>

<file path=ppt/tags/tag23.xml><?xml version="1.0" encoding="utf-8"?>
<p:tagLst xmlns:p="http://schemas.openxmlformats.org/presentationml/2006/main">
  <p:tag name="KSO_WM_BEAUTIFY_FLAG" val=""/>
</p:tagLst>
</file>

<file path=ppt/tags/tag24.xml><?xml version="1.0" encoding="utf-8"?>
<p:tagLst xmlns:p="http://schemas.openxmlformats.org/presentationml/2006/main">
  <p:tag name="KSO_WM_BEAUTIFY_FLAG" val=""/>
</p:tagLst>
</file>

<file path=ppt/tags/tag25.xml><?xml version="1.0" encoding="utf-8"?>
<p:tagLst xmlns:p="http://schemas.openxmlformats.org/presentationml/2006/main">
  <p:tag name="KSO_WM_BEAUTIFY_FLAG" val=""/>
</p:tagLst>
</file>

<file path=ppt/tags/tag26.xml><?xml version="1.0" encoding="utf-8"?>
<p:tagLst xmlns:p="http://schemas.openxmlformats.org/presentationml/2006/main">
  <p:tag name="KSO_WM_BEAUTIFY_FLAG" val=""/>
</p:tagLst>
</file>

<file path=ppt/tags/tag27.xml><?xml version="1.0" encoding="utf-8"?>
<p:tagLst xmlns:p="http://schemas.openxmlformats.org/presentationml/2006/main">
  <p:tag name="KSO_WM_BEAUTIFY_FLAG" val=""/>
</p:tagLst>
</file>

<file path=ppt/tags/tag28.xml><?xml version="1.0" encoding="utf-8"?>
<p:tagLst xmlns:p="http://schemas.openxmlformats.org/presentationml/2006/main">
  <p:tag name="KSO_WM_BEAUTIFY_FLAG" val=""/>
</p:tagLst>
</file>

<file path=ppt/tags/tag29.xml><?xml version="1.0" encoding="utf-8"?>
<p:tagLst xmlns:p="http://schemas.openxmlformats.org/presentationml/2006/main">
  <p:tag name="KSO_WM_BEAUTIFY_FLAG" val=""/>
</p:tagLst>
</file>

<file path=ppt/tags/tag30.xml><?xml version="1.0" encoding="utf-8"?>
<p:tagLst xmlns:p="http://schemas.openxmlformats.org/presentationml/2006/main">
  <p:tag name="KSO_WM_BEAUTIFY_FLAG" val=""/>
</p:tagLst>
</file>

<file path=ppt/tags/tag31.xml><?xml version="1.0" encoding="utf-8"?>
<p:tagLst xmlns:p="http://schemas.openxmlformats.org/presentationml/2006/main">
  <p:tag name="KSO_WM_BEAUTIFY_FLAG" val=""/>
</p:tagLst>
</file>

<file path=ppt/tags/tag32.xml><?xml version="1.0" encoding="utf-8"?>
<p:tagLst xmlns:p="http://schemas.openxmlformats.org/presentationml/2006/main">
  <p:tag name="KSO_WM_BEAUTIFY_FLAG" val=""/>
</p:tagLst>
</file>

<file path=ppt/tags/tag33.xml><?xml version="1.0" encoding="utf-8"?>
<p:tagLst xmlns:p="http://schemas.openxmlformats.org/presentationml/2006/main">
  <p:tag name="KSO_WM_BEAUTIFY_FLAG" val=""/>
</p:tagLst>
</file>

<file path=ppt/tags/tag34.xml><?xml version="1.0" encoding="utf-8"?>
<p:tagLst xmlns:p="http://schemas.openxmlformats.org/presentationml/2006/main">
  <p:tag name="KSO_WM_BEAUTIFY_FLAG" val=""/>
</p:tagLst>
</file>

<file path=ppt/tags/tag35.xml><?xml version="1.0" encoding="utf-8"?>
<p:tagLst xmlns:p="http://schemas.openxmlformats.org/presentationml/2006/main">
  <p:tag name="KSO_WM_BEAUTIFY_FLAG" val=""/>
</p:tagLst>
</file>

<file path=ppt/tags/tag36.xml><?xml version="1.0" encoding="utf-8"?>
<p:tagLst xmlns:p="http://schemas.openxmlformats.org/presentationml/2006/main">
  <p:tag name="KSO_WM_BEAUTIFY_FLAG" val=""/>
</p:tagLst>
</file>

<file path=ppt/tags/tag37.xml><?xml version="1.0" encoding="utf-8"?>
<p:tagLst xmlns:p="http://schemas.openxmlformats.org/presentationml/2006/main">
  <p:tag name="KSO_WM_BEAUTIFY_FLAG" val=""/>
</p:tagLst>
</file>

<file path=ppt/tags/tag38.xml><?xml version="1.0" encoding="utf-8"?>
<p:tagLst xmlns:p="http://schemas.openxmlformats.org/presentationml/2006/main">
  <p:tag name="KSO_WM_BEAUTIFY_FLAG" val=""/>
</p:tagLst>
</file>

<file path=ppt/tags/tag39.xml><?xml version="1.0" encoding="utf-8"?>
<p:tagLst xmlns:p="http://schemas.openxmlformats.org/presentationml/2006/main">
  <p:tag name="KSO_WM_BEAUTIFY_FLAG" val=""/>
</p:tagLst>
</file>

<file path=ppt/tags/tag40.xml><?xml version="1.0" encoding="utf-8"?>
<p:tagLst xmlns:p="http://schemas.openxmlformats.org/presentationml/2006/main">
  <p:tag name="KSO_WM_BEAUTIFY_FLAG" val=""/>
</p:tagLst>
</file>

<file path=ppt/tags/tag41.xml><?xml version="1.0" encoding="utf-8"?>
<p:tagLst xmlns:p="http://schemas.openxmlformats.org/presentationml/2006/main">
  <p:tag name="KSO_WM_BEAUTIFY_FLAG" val=""/>
</p:tagLst>
</file>

<file path=ppt/tags/tag42.xml><?xml version="1.0" encoding="utf-8"?>
<p:tagLst xmlns:p="http://schemas.openxmlformats.org/presentationml/2006/main">
  <p:tag name="KSO_WM_BEAUTIFY_FLAG" val=""/>
</p:tagLst>
</file>

<file path=ppt/tags/tag43.xml><?xml version="1.0" encoding="utf-8"?>
<p:tagLst xmlns:p="http://schemas.openxmlformats.org/presentationml/2006/main">
  <p:tag name="KSO_WM_BEAUTIFY_FLAG" val=""/>
</p:tagLst>
</file>

<file path=ppt/tags/tag44.xml><?xml version="1.0" encoding="utf-8"?>
<p:tagLst xmlns:p="http://schemas.openxmlformats.org/presentationml/2006/main">
  <p:tag name="KSO_WM_BEAUTIFY_FLAG" val=""/>
</p:tagLst>
</file>

<file path=ppt/tags/tag45.xml><?xml version="1.0" encoding="utf-8"?>
<p:tagLst xmlns:p="http://schemas.openxmlformats.org/presentationml/2006/main">
  <p:tag name="KSO_WM_BEAUTIFY_FLAG" val=""/>
</p:tagLst>
</file>

<file path=ppt/tags/tag46.xml><?xml version="1.0" encoding="utf-8"?>
<p:tagLst xmlns:p="http://schemas.openxmlformats.org/presentationml/2006/main">
  <p:tag name="KSO_WM_BEAUTIFY_FLAG" val=""/>
</p:tagLst>
</file>

<file path=ppt/tags/tag47.xml><?xml version="1.0" encoding="utf-8"?>
<p:tagLst xmlns:p="http://schemas.openxmlformats.org/presentationml/2006/main">
  <p:tag name="KSO_WM_BEAUTIFY_FLAG" val=""/>
</p:tagLst>
</file>

<file path=ppt/tags/tag48.xml><?xml version="1.0" encoding="utf-8"?>
<p:tagLst xmlns:p="http://schemas.openxmlformats.org/presentationml/2006/main">
  <p:tag name="KSO_WM_BEAUTIFY_FLAG" val=""/>
</p:tagLst>
</file>

<file path=ppt/tags/tag49.xml><?xml version="1.0" encoding="utf-8"?>
<p:tagLst xmlns:p="http://schemas.openxmlformats.org/presentationml/2006/main">
  <p:tag name="KSO_WM_BEAUTIFY_FLAG" val=""/>
</p:tagLst>
</file>

<file path=ppt/tags/tag50.xml><?xml version="1.0" encoding="utf-8"?>
<p:tagLst xmlns:p="http://schemas.openxmlformats.org/presentationml/2006/main">
  <p:tag name="KSO_WM_BEAUTIFY_FLAG" val=""/>
</p:tagLst>
</file>

<file path=ppt/tags/tag51.xml><?xml version="1.0" encoding="utf-8"?>
<p:tagLst xmlns:p="http://schemas.openxmlformats.org/presentationml/2006/main">
  <p:tag name="KSO_WM_BEAUTIFY_FLAG" val=""/>
</p:tagLst>
</file>

<file path=ppt/tags/tag52.xml><?xml version="1.0" encoding="utf-8"?>
<p:tagLst xmlns:p="http://schemas.openxmlformats.org/presentationml/2006/main">
  <p:tag name="KSO_WM_BEAUTIFY_FLAG" val=""/>
</p:tagLst>
</file>

<file path=ppt/tags/tag53.xml><?xml version="1.0" encoding="utf-8"?>
<p:tagLst xmlns:p="http://schemas.openxmlformats.org/presentationml/2006/main">
  <p:tag name="KSO_WM_BEAUTIFY_FLAG" val=""/>
</p:tagLst>
</file>

<file path=ppt/tags/tag54.xml><?xml version="1.0" encoding="utf-8"?>
<p:tagLst xmlns:p="http://schemas.openxmlformats.org/presentationml/2006/main">
  <p:tag name="KSO_WM_BEAUTIFY_FLAG" val=""/>
</p:tagLst>
</file>

<file path=ppt/tags/tag55.xml><?xml version="1.0" encoding="utf-8"?>
<p:tagLst xmlns:p="http://schemas.openxmlformats.org/presentationml/2006/main">
  <p:tag name="KSO_WM_BEAUTIFY_FLAG" val=""/>
</p:tagLst>
</file>

<file path=ppt/tags/tag56.xml><?xml version="1.0" encoding="utf-8"?>
<p:tagLst xmlns:p="http://schemas.openxmlformats.org/presentationml/2006/main">
  <p:tag name="KSO_WM_BEAUTIFY_FLAG" val=""/>
</p:tagLst>
</file>

<file path=ppt/tags/tag57.xml><?xml version="1.0" encoding="utf-8"?>
<p:tagLst xmlns:p="http://schemas.openxmlformats.org/presentationml/2006/main">
  <p:tag name="KSO_WM_BEAUTIFY_FLAG" val=""/>
</p:tagLst>
</file>

<file path=ppt/tags/tag58.xml><?xml version="1.0" encoding="utf-8"?>
<p:tagLst xmlns:p="http://schemas.openxmlformats.org/presentationml/2006/main">
  <p:tag name="KSO_WM_BEAUTIFY_FLAG" val=""/>
</p:tagLst>
</file>

<file path=ppt/tags/tag59.xml><?xml version="1.0" encoding="utf-8"?>
<p:tagLst xmlns:p="http://schemas.openxmlformats.org/presentationml/2006/main">
  <p:tag name="KSO_WM_BEAUTIFY_FLAG" val=""/>
</p:tagLst>
</file>

<file path=ppt/tags/tag60.xml><?xml version="1.0" encoding="utf-8"?>
<p:tagLst xmlns:p="http://schemas.openxmlformats.org/presentationml/2006/main">
  <p:tag name="KSO_WM_BEAUTIFY_FLAG" val=""/>
</p:tagLst>
</file>

<file path=ppt/tags/tag61.xml><?xml version="1.0" encoding="utf-8"?>
<p:tagLst xmlns:p="http://schemas.openxmlformats.org/presentationml/2006/main">
  <p:tag name="KSO_WM_BEAUTIFY_FLAG" val=""/>
</p:tagLst>
</file>

<file path=ppt/tags/tag62.xml><?xml version="1.0" encoding="utf-8"?>
<p:tagLst xmlns:p="http://schemas.openxmlformats.org/presentationml/2006/main">
  <p:tag name="KSO_WM_BEAUTIFY_FLAG" val=""/>
</p:tagLst>
</file>

<file path=ppt/tags/tag63.xml><?xml version="1.0" encoding="utf-8"?>
<p:tagLst xmlns:p="http://schemas.openxmlformats.org/presentationml/2006/main">
  <p:tag name="KSO_WM_BEAUTIFY_FLAG" val=""/>
</p:tagLst>
</file>

<file path=ppt/tags/tag64.xml><?xml version="1.0" encoding="utf-8"?>
<p:tagLst xmlns:p="http://schemas.openxmlformats.org/presentationml/2006/main">
  <p:tag name="KSO_WM_BEAUTIFY_FLAG" val=""/>
</p:tagLst>
</file>

<file path=ppt/tags/tag65.xml><?xml version="1.0" encoding="utf-8"?>
<p:tagLst xmlns:p="http://schemas.openxmlformats.org/presentationml/2006/main">
  <p:tag name="KSO_WM_BEAUTIFY_FLAG" val=""/>
</p:tagLst>
</file>

<file path=ppt/tags/tag66.xml><?xml version="1.0" encoding="utf-8"?>
<p:tagLst xmlns:p="http://schemas.openxmlformats.org/presentationml/2006/main">
  <p:tag name="KSO_WM_BEAUTIFY_FLAG" val=""/>
</p:tagLst>
</file>

<file path=ppt/tags/tag67.xml><?xml version="1.0" encoding="utf-8"?>
<p:tagLst xmlns:p="http://schemas.openxmlformats.org/presentationml/2006/main">
  <p:tag name="KSO_WM_BEAUTIFY_FLAG" val=""/>
</p:tagLst>
</file>

<file path=ppt/tags/tag68.xml><?xml version="1.0" encoding="utf-8"?>
<p:tagLst xmlns:p="http://schemas.openxmlformats.org/presentationml/2006/main">
  <p:tag name="KSO_WM_BEAUTIFY_FLAG" val=""/>
</p:tagLst>
</file>

<file path=ppt/tags/tag69.xml><?xml version="1.0" encoding="utf-8"?>
<p:tagLst xmlns:p="http://schemas.openxmlformats.org/presentationml/2006/main">
  <p:tag name="KSO_WM_BEAUTIFY_FLAG" val=""/>
</p:tagLst>
</file>

<file path=ppt/tags/tag70.xml><?xml version="1.0" encoding="utf-8"?>
<p:tagLst xmlns:p="http://schemas.openxmlformats.org/presentationml/2006/main">
  <p:tag name="KSO_WM_BEAUTIFY_FLAG" val=""/>
</p:tagLst>
</file>

<file path=ppt/tags/tag71.xml><?xml version="1.0" encoding="utf-8"?>
<p:tagLst xmlns:p="http://schemas.openxmlformats.org/presentationml/2006/main">
  <p:tag name="KSO_WM_BEAUTIFY_FLAG" val=""/>
</p:tagLst>
</file>

<file path=ppt/tags/tag72.xml><?xml version="1.0" encoding="utf-8"?>
<p:tagLst xmlns:p="http://schemas.openxmlformats.org/presentationml/2006/main">
  <p:tag name="KSO_WM_BEAUTIFY_FLAG" val=""/>
</p:tagLst>
</file>

<file path=ppt/tags/tag73.xml><?xml version="1.0" encoding="utf-8"?>
<p:tagLst xmlns:p="http://schemas.openxmlformats.org/presentationml/2006/main">
  <p:tag name="KSO_WM_BEAUTIFY_FLAG" val=""/>
</p:tagLst>
</file>

<file path=ppt/tags/tag74.xml><?xml version="1.0" encoding="utf-8"?>
<p:tagLst xmlns:p="http://schemas.openxmlformats.org/presentationml/2006/main">
  <p:tag name="KSO_WM_BEAUTIFY_FLAG" val=""/>
</p:tagLst>
</file>

<file path=ppt/tags/tag75.xml><?xml version="1.0" encoding="utf-8"?>
<p:tagLst xmlns:p="http://schemas.openxmlformats.org/presentationml/2006/main">
  <p:tag name="KSO_WM_BEAUTIFY_FLAG" val=""/>
</p:tagLst>
</file>

<file path=ppt/tags/tag76.xml><?xml version="1.0" encoding="utf-8"?>
<p:tagLst xmlns:p="http://schemas.openxmlformats.org/presentationml/2006/main">
  <p:tag name="KSO_WM_BEAUTIFY_FLAG" val=""/>
</p:tagLst>
</file>

<file path=ppt/tags/tag77.xml><?xml version="1.0" encoding="utf-8"?>
<p:tagLst xmlns:p="http://schemas.openxmlformats.org/presentationml/2006/main">
  <p:tag name="KSO_WM_BEAUTIFY_FLAG" val=""/>
</p:tagLst>
</file>

<file path=ppt/tags/tag78.xml><?xml version="1.0" encoding="utf-8"?>
<p:tagLst xmlns:p="http://schemas.openxmlformats.org/presentationml/2006/main">
  <p:tag name="KSO_WM_BEAUTIFY_FLAG" val=""/>
</p:tagLst>
</file>

<file path=ppt/tags/tag79.xml><?xml version="1.0" encoding="utf-8"?>
<p:tagLst xmlns:p="http://schemas.openxmlformats.org/presentationml/2006/main">
  <p:tag name="KSO_WM_BEAUTIFY_FLAG" val=""/>
</p:tagLst>
</file>

<file path=ppt/tags/tag80.xml><?xml version="1.0" encoding="utf-8"?>
<p:tagLst xmlns:p="http://schemas.openxmlformats.org/presentationml/2006/main">
  <p:tag name="KSO_WM_BEAUTIFY_FLAG" val=""/>
</p:tagLst>
</file>

<file path=ppt/tags/tag81.xml><?xml version="1.0" encoding="utf-8"?>
<p:tagLst xmlns:p="http://schemas.openxmlformats.org/presentationml/2006/main">
  <p:tag name="KSO_WM_BEAUTIFY_FLAG" val=""/>
</p:tagLst>
</file>

<file path=ppt/tags/tag82.xml><?xml version="1.0" encoding="utf-8"?>
<p:tagLst xmlns:p="http://schemas.openxmlformats.org/presentationml/2006/main">
  <p:tag name="KSO_WM_BEAUTIFY_FLAG" val=""/>
</p:tagLst>
</file>

<file path=ppt/tags/tag83.xml><?xml version="1.0" encoding="utf-8"?>
<p:tagLst xmlns:p="http://schemas.openxmlformats.org/presentationml/2006/main">
  <p:tag name="KSO_WM_BEAUTIFY_FLAG" val=""/>
</p:tagLst>
</file>

<file path=ppt/tags/tag84.xml><?xml version="1.0" encoding="utf-8"?>
<p:tagLst xmlns:p="http://schemas.openxmlformats.org/presentationml/2006/main">
  <p:tag name="KSO_WM_BEAUTIFY_FLAG" val=""/>
</p:tagLst>
</file>

<file path=ppt/tags/tag85.xml><?xml version="1.0" encoding="utf-8"?>
<p:tagLst xmlns:p="http://schemas.openxmlformats.org/presentationml/2006/main">
  <p:tag name="KSO_WM_BEAUTIFY_FLAG" val=""/>
</p:tagLst>
</file>

<file path=ppt/tags/tag86.xml><?xml version="1.0" encoding="utf-8"?>
<p:tagLst xmlns:p="http://schemas.openxmlformats.org/presentationml/2006/main">
  <p:tag name="KSO_WM_BEAUTIFY_FLAG" val=""/>
</p:tagLst>
</file>

<file path=ppt/tags/tag87.xml><?xml version="1.0" encoding="utf-8"?>
<p:tagLst xmlns:p="http://schemas.openxmlformats.org/presentationml/2006/main">
  <p:tag name="KSO_WM_BEAUTIFY_FLAG" val=""/>
</p:tagLst>
</file>

<file path=ppt/tags/tag88.xml><?xml version="1.0" encoding="utf-8"?>
<p:tagLst xmlns:p="http://schemas.openxmlformats.org/presentationml/2006/main">
  <p:tag name="KSO_WM_BEAUTIFY_FLAG" val=""/>
</p:tagLst>
</file>

<file path=ppt/tags/tag89.xml><?xml version="1.0" encoding="utf-8"?>
<p:tagLst xmlns:p="http://schemas.openxmlformats.org/presentationml/2006/main">
  <p:tag name="KSO_WM_BEAUTIFY_FLAG" val=""/>
</p:tagLst>
</file>

<file path=ppt/tags/tag90.xml><?xml version="1.0" encoding="utf-8"?>
<p:tagLst xmlns:p="http://schemas.openxmlformats.org/presentationml/2006/main">
  <p:tag name="KSO_WM_BEAUTIFY_FLAG" val=""/>
</p:tagLst>
</file>

<file path=ppt/tags/tag91.xml><?xml version="1.0" encoding="utf-8"?>
<p:tagLst xmlns:p="http://schemas.openxmlformats.org/presentationml/2006/main">
  <p:tag name="KSO_WM_BEAUTIFY_FLAG" val=""/>
</p:tagLst>
</file>

<file path=ppt/tags/tag92.xml><?xml version="1.0" encoding="utf-8"?>
<p:tagLst xmlns:p="http://schemas.openxmlformats.org/presentationml/2006/main">
  <p:tag name="KSO_WM_BEAUTIFY_FLAG" val=""/>
</p:tagLst>
</file>

<file path=ppt/tags/tag93.xml><?xml version="1.0" encoding="utf-8"?>
<p:tagLst xmlns:p="http://schemas.openxmlformats.org/presentationml/2006/main">
  <p:tag name="KSO_WM_BEAUTIFY_FLAG" val=""/>
</p:tagLst>
</file>

<file path=ppt/tags/tag94.xml><?xml version="1.0" encoding="utf-8"?>
<p:tagLst xmlns:p="http://schemas.openxmlformats.org/presentationml/2006/main">
  <p:tag name="KSO_WM_BEAUTIFY_FLAG" val=""/>
</p:tagLst>
</file>

<file path=ppt/tags/tag95.xml><?xml version="1.0" encoding="utf-8"?>
<p:tagLst xmlns:p="http://schemas.openxmlformats.org/presentationml/2006/main">
  <p:tag name="KSO_WM_BEAUTIFY_FLAG" val=""/>
</p:tagLst>
</file>

<file path=ppt/tags/tag96.xml><?xml version="1.0" encoding="utf-8"?>
<p:tagLst xmlns:p="http://schemas.openxmlformats.org/presentationml/2006/main">
  <p:tag name="commondata" val="eyJoZGlkIjoiMGQyZmJiNzFlN2MxZDAzZTE4MjIwODZiYmQ0MjA4OTYifQ==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宋体"/>
        <a:ea typeface=""/>
        <a:cs typeface=""/>
        <a:font script="Jpan" typeface="游ゴシック Light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305</Words>
  <Application>WPS 演示</Application>
  <PresentationFormat>宽屏</PresentationFormat>
  <Paragraphs>52</Paragraphs>
  <Slides>4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5" baseType="lpstr">
      <vt:lpstr>Arial</vt:lpstr>
      <vt:lpstr>宋体</vt:lpstr>
      <vt:lpstr>Wingdings</vt:lpstr>
      <vt:lpstr>Calibri</vt:lpstr>
      <vt:lpstr>Helvetica Neue</vt:lpstr>
      <vt:lpstr>汉仪书宋二KW</vt:lpstr>
      <vt:lpstr>微软雅黑</vt:lpstr>
      <vt:lpstr>汉仪旗黑</vt:lpstr>
      <vt:lpstr>宋体</vt:lpstr>
      <vt:lpstr>Arial Unicode MS</vt:lpstr>
      <vt:lpstr>WPS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2019012683</cp:lastModifiedBy>
  <cp:revision>9</cp:revision>
  <dcterms:created xsi:type="dcterms:W3CDTF">2025-11-04T20:32:05Z</dcterms:created>
  <dcterms:modified xsi:type="dcterms:W3CDTF">2025-11-04T20:32:05Z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2052-6.9.0.8865</vt:lpwstr>
  </property>
  <property fmtid="{D5CDD505-2E9C-101B-9397-08002B2CF9AE}" pid="3" name="ICV">
    <vt:lpwstr>E5B0D936BD4BC5BF29590A69FA5BB9D6_41</vt:lpwstr>
  </property>
</Properties>
</file>