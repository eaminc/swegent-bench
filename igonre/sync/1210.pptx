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3"/>
    <p:sldId id="260" r:id="rId4"/>
    <p:sldId id="261" r:id="rId5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7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8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92.xml"/><Relationship Id="rId98" Type="http://schemas.openxmlformats.org/officeDocument/2006/relationships/tags" Target="../tags/tag91.xml"/><Relationship Id="rId97" Type="http://schemas.openxmlformats.org/officeDocument/2006/relationships/tags" Target="../tags/tag90.xml"/><Relationship Id="rId96" Type="http://schemas.openxmlformats.org/officeDocument/2006/relationships/tags" Target="../tags/tag89.xml"/><Relationship Id="rId95" Type="http://schemas.openxmlformats.org/officeDocument/2006/relationships/tags" Target="../tags/tag88.xml"/><Relationship Id="rId94" Type="http://schemas.openxmlformats.org/officeDocument/2006/relationships/tags" Target="../tags/tag87.xml"/><Relationship Id="rId93" Type="http://schemas.openxmlformats.org/officeDocument/2006/relationships/tags" Target="../tags/tag86.xml"/><Relationship Id="rId92" Type="http://schemas.openxmlformats.org/officeDocument/2006/relationships/tags" Target="../tags/tag85.xml"/><Relationship Id="rId91" Type="http://schemas.openxmlformats.org/officeDocument/2006/relationships/tags" Target="../tags/tag84.xml"/><Relationship Id="rId90" Type="http://schemas.openxmlformats.org/officeDocument/2006/relationships/tags" Target="../tags/tag83.xml"/><Relationship Id="rId9" Type="http://schemas.openxmlformats.org/officeDocument/2006/relationships/tags" Target="../tags/tag7.xml"/><Relationship Id="rId89" Type="http://schemas.openxmlformats.org/officeDocument/2006/relationships/image" Target="../media/image7.png"/><Relationship Id="rId88" Type="http://schemas.openxmlformats.org/officeDocument/2006/relationships/tags" Target="../tags/tag82.xml"/><Relationship Id="rId87" Type="http://schemas.openxmlformats.org/officeDocument/2006/relationships/tags" Target="../tags/tag81.xml"/><Relationship Id="rId86" Type="http://schemas.openxmlformats.org/officeDocument/2006/relationships/tags" Target="../tags/tag80.xml"/><Relationship Id="rId85" Type="http://schemas.openxmlformats.org/officeDocument/2006/relationships/tags" Target="../tags/tag79.xml"/><Relationship Id="rId84" Type="http://schemas.openxmlformats.org/officeDocument/2006/relationships/tags" Target="../tags/tag78.xml"/><Relationship Id="rId83" Type="http://schemas.openxmlformats.org/officeDocument/2006/relationships/tags" Target="../tags/tag77.xml"/><Relationship Id="rId82" Type="http://schemas.openxmlformats.org/officeDocument/2006/relationships/tags" Target="../tags/tag76.xml"/><Relationship Id="rId81" Type="http://schemas.openxmlformats.org/officeDocument/2006/relationships/tags" Target="../tags/tag75.xml"/><Relationship Id="rId80" Type="http://schemas.openxmlformats.org/officeDocument/2006/relationships/image" Target="../media/image6.png"/><Relationship Id="rId8" Type="http://schemas.openxmlformats.org/officeDocument/2006/relationships/tags" Target="../tags/tag6.xml"/><Relationship Id="rId79" Type="http://schemas.openxmlformats.org/officeDocument/2006/relationships/tags" Target="../tags/tag74.xml"/><Relationship Id="rId78" Type="http://schemas.openxmlformats.org/officeDocument/2006/relationships/tags" Target="../tags/tag73.xml"/><Relationship Id="rId77" Type="http://schemas.openxmlformats.org/officeDocument/2006/relationships/tags" Target="../tags/tag72.xml"/><Relationship Id="rId76" Type="http://schemas.openxmlformats.org/officeDocument/2006/relationships/tags" Target="../tags/tag71.xml"/><Relationship Id="rId75" Type="http://schemas.openxmlformats.org/officeDocument/2006/relationships/image" Target="../media/image5.png"/><Relationship Id="rId74" Type="http://schemas.openxmlformats.org/officeDocument/2006/relationships/tags" Target="../tags/tag70.xml"/><Relationship Id="rId73" Type="http://schemas.openxmlformats.org/officeDocument/2006/relationships/tags" Target="../tags/tag69.xml"/><Relationship Id="rId72" Type="http://schemas.openxmlformats.org/officeDocument/2006/relationships/tags" Target="../tags/tag68.xml"/><Relationship Id="rId71" Type="http://schemas.openxmlformats.org/officeDocument/2006/relationships/tags" Target="../tags/tag67.xml"/><Relationship Id="rId70" Type="http://schemas.openxmlformats.org/officeDocument/2006/relationships/tags" Target="../tags/tag66.xml"/><Relationship Id="rId7" Type="http://schemas.openxmlformats.org/officeDocument/2006/relationships/image" Target="../media/image2.png"/><Relationship Id="rId69" Type="http://schemas.openxmlformats.org/officeDocument/2006/relationships/tags" Target="../tags/tag65.xml"/><Relationship Id="rId68" Type="http://schemas.openxmlformats.org/officeDocument/2006/relationships/tags" Target="../tags/tag64.xml"/><Relationship Id="rId67" Type="http://schemas.openxmlformats.org/officeDocument/2006/relationships/tags" Target="../tags/tag63.xml"/><Relationship Id="rId66" Type="http://schemas.openxmlformats.org/officeDocument/2006/relationships/tags" Target="../tags/tag62.xml"/><Relationship Id="rId65" Type="http://schemas.openxmlformats.org/officeDocument/2006/relationships/tags" Target="../tags/tag61.xml"/><Relationship Id="rId64" Type="http://schemas.openxmlformats.org/officeDocument/2006/relationships/tags" Target="../tags/tag60.xml"/><Relationship Id="rId63" Type="http://schemas.openxmlformats.org/officeDocument/2006/relationships/tags" Target="../tags/tag59.xml"/><Relationship Id="rId62" Type="http://schemas.openxmlformats.org/officeDocument/2006/relationships/tags" Target="../tags/tag58.xml"/><Relationship Id="rId61" Type="http://schemas.openxmlformats.org/officeDocument/2006/relationships/tags" Target="../tags/tag57.xml"/><Relationship Id="rId60" Type="http://schemas.openxmlformats.org/officeDocument/2006/relationships/tags" Target="../tags/tag56.xml"/><Relationship Id="rId6" Type="http://schemas.openxmlformats.org/officeDocument/2006/relationships/tags" Target="../tags/tag5.xml"/><Relationship Id="rId59" Type="http://schemas.openxmlformats.org/officeDocument/2006/relationships/image" Target="../media/image4.png"/><Relationship Id="rId58" Type="http://schemas.openxmlformats.org/officeDocument/2006/relationships/tags" Target="../tags/tag55.xml"/><Relationship Id="rId57" Type="http://schemas.openxmlformats.org/officeDocument/2006/relationships/image" Target="../media/image3.png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4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3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pn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0" Type="http://schemas.openxmlformats.org/officeDocument/2006/relationships/slideLayout" Target="../slideLayouts/slideLayout2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image" Target="../media/image2.png"/><Relationship Id="rId67" Type="http://schemas.openxmlformats.org/officeDocument/2006/relationships/slideLayout" Target="../slideLayouts/slideLayout2.xml"/><Relationship Id="rId66" Type="http://schemas.openxmlformats.org/officeDocument/2006/relationships/image" Target="../media/image8.png"/><Relationship Id="rId65" Type="http://schemas.openxmlformats.org/officeDocument/2006/relationships/tags" Target="../tags/tag153.xml"/><Relationship Id="rId64" Type="http://schemas.openxmlformats.org/officeDocument/2006/relationships/tags" Target="../tags/tag152.xml"/><Relationship Id="rId63" Type="http://schemas.openxmlformats.org/officeDocument/2006/relationships/tags" Target="../tags/tag151.xml"/><Relationship Id="rId62" Type="http://schemas.openxmlformats.org/officeDocument/2006/relationships/tags" Target="../tags/tag150.xml"/><Relationship Id="rId61" Type="http://schemas.openxmlformats.org/officeDocument/2006/relationships/tags" Target="../tags/tag149.xml"/><Relationship Id="rId60" Type="http://schemas.openxmlformats.org/officeDocument/2006/relationships/image" Target="../media/image4.png"/><Relationship Id="rId6" Type="http://schemas.openxmlformats.org/officeDocument/2006/relationships/tags" Target="../tags/tag97.xml"/><Relationship Id="rId59" Type="http://schemas.openxmlformats.org/officeDocument/2006/relationships/tags" Target="../tags/tag148.xml"/><Relationship Id="rId58" Type="http://schemas.openxmlformats.org/officeDocument/2006/relationships/image" Target="../media/image3.png"/><Relationship Id="rId57" Type="http://schemas.openxmlformats.org/officeDocument/2006/relationships/tags" Target="../tags/tag147.xml"/><Relationship Id="rId56" Type="http://schemas.openxmlformats.org/officeDocument/2006/relationships/tags" Target="../tags/tag146.xml"/><Relationship Id="rId55" Type="http://schemas.openxmlformats.org/officeDocument/2006/relationships/tags" Target="../tags/tag145.xml"/><Relationship Id="rId54" Type="http://schemas.openxmlformats.org/officeDocument/2006/relationships/tags" Target="../tags/tag144.xml"/><Relationship Id="rId53" Type="http://schemas.openxmlformats.org/officeDocument/2006/relationships/tags" Target="../tags/tag143.xml"/><Relationship Id="rId52" Type="http://schemas.openxmlformats.org/officeDocument/2006/relationships/tags" Target="../tags/tag142.xml"/><Relationship Id="rId51" Type="http://schemas.openxmlformats.org/officeDocument/2006/relationships/tags" Target="../tags/tag141.xml"/><Relationship Id="rId50" Type="http://schemas.openxmlformats.org/officeDocument/2006/relationships/tags" Target="../tags/tag140.xml"/><Relationship Id="rId5" Type="http://schemas.openxmlformats.org/officeDocument/2006/relationships/tags" Target="../tags/tag96.xml"/><Relationship Id="rId49" Type="http://schemas.openxmlformats.org/officeDocument/2006/relationships/tags" Target="../tags/tag139.xml"/><Relationship Id="rId48" Type="http://schemas.openxmlformats.org/officeDocument/2006/relationships/tags" Target="../tags/tag138.xml"/><Relationship Id="rId47" Type="http://schemas.openxmlformats.org/officeDocument/2006/relationships/tags" Target="../tags/tag137.xml"/><Relationship Id="rId46" Type="http://schemas.openxmlformats.org/officeDocument/2006/relationships/tags" Target="../tags/tag136.xml"/><Relationship Id="rId45" Type="http://schemas.openxmlformats.org/officeDocument/2006/relationships/tags" Target="../tags/tag135.xml"/><Relationship Id="rId44" Type="http://schemas.openxmlformats.org/officeDocument/2006/relationships/tags" Target="../tags/tag134.xml"/><Relationship Id="rId43" Type="http://schemas.openxmlformats.org/officeDocument/2006/relationships/tags" Target="../tags/tag133.xml"/><Relationship Id="rId42" Type="http://schemas.openxmlformats.org/officeDocument/2006/relationships/tags" Target="../tags/tag132.xml"/><Relationship Id="rId41" Type="http://schemas.openxmlformats.org/officeDocument/2006/relationships/tags" Target="../tags/tag131.xml"/><Relationship Id="rId40" Type="http://schemas.openxmlformats.org/officeDocument/2006/relationships/tags" Target="../tags/tag130.xml"/><Relationship Id="rId4" Type="http://schemas.openxmlformats.org/officeDocument/2006/relationships/tags" Target="../tags/tag95.xml"/><Relationship Id="rId39" Type="http://schemas.openxmlformats.org/officeDocument/2006/relationships/tags" Target="../tags/tag129.xml"/><Relationship Id="rId38" Type="http://schemas.openxmlformats.org/officeDocument/2006/relationships/tags" Target="../tags/tag128.xml"/><Relationship Id="rId37" Type="http://schemas.openxmlformats.org/officeDocument/2006/relationships/tags" Target="../tags/tag127.xml"/><Relationship Id="rId36" Type="http://schemas.openxmlformats.org/officeDocument/2006/relationships/tags" Target="../tags/tag126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image" Target="../media/image1.png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4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image" Target="../media/image6.png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image" Target="../media/image5.png"/><Relationship Id="rId32" Type="http://schemas.openxmlformats.org/officeDocument/2006/relationships/slideLayout" Target="../slideLayouts/slideLayout2.xml"/><Relationship Id="rId31" Type="http://schemas.openxmlformats.org/officeDocument/2006/relationships/tags" Target="../tags/tag180.xml"/><Relationship Id="rId30" Type="http://schemas.openxmlformats.org/officeDocument/2006/relationships/tags" Target="../tags/tag179.xml"/><Relationship Id="rId3" Type="http://schemas.openxmlformats.org/officeDocument/2006/relationships/tags" Target="../tags/tag155.xml"/><Relationship Id="rId29" Type="http://schemas.openxmlformats.org/officeDocument/2006/relationships/tags" Target="../tags/tag178.xml"/><Relationship Id="rId28" Type="http://schemas.openxmlformats.org/officeDocument/2006/relationships/tags" Target="../tags/tag177.xml"/><Relationship Id="rId27" Type="http://schemas.openxmlformats.org/officeDocument/2006/relationships/tags" Target="../tags/tag176.xml"/><Relationship Id="rId26" Type="http://schemas.openxmlformats.org/officeDocument/2006/relationships/tags" Target="../tags/tag175.xml"/><Relationship Id="rId25" Type="http://schemas.openxmlformats.org/officeDocument/2006/relationships/tags" Target="../tags/tag174.xml"/><Relationship Id="rId24" Type="http://schemas.openxmlformats.org/officeDocument/2006/relationships/tags" Target="../tags/tag173.xml"/><Relationship Id="rId23" Type="http://schemas.openxmlformats.org/officeDocument/2006/relationships/tags" Target="../tags/tag172.xml"/><Relationship Id="rId22" Type="http://schemas.openxmlformats.org/officeDocument/2006/relationships/tags" Target="../tags/tag171.xml"/><Relationship Id="rId21" Type="http://schemas.openxmlformats.org/officeDocument/2006/relationships/tags" Target="../tags/tag170.xml"/><Relationship Id="rId20" Type="http://schemas.openxmlformats.org/officeDocument/2006/relationships/tags" Target="../tags/tag169.xml"/><Relationship Id="rId2" Type="http://schemas.openxmlformats.org/officeDocument/2006/relationships/image" Target="../media/image2.png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image" Target="../media/image7.png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3535" y="195580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github repo</a:t>
            </a:r>
            <a:endParaRPr lang="en-US" altLang="zh-CN" sz="1000"/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445135" y="1372870"/>
            <a:ext cx="786765" cy="638175"/>
          </a:xfrm>
          <a:prstGeom prst="rect">
            <a:avLst/>
          </a:prstGeom>
        </p:spPr>
      </p:pic>
      <p:sp>
        <p:nvSpPr>
          <p:cNvPr id="6" name="右箭头 5"/>
          <p:cNvSpPr/>
          <p:nvPr>
            <p:custDataLst>
              <p:tags r:id="rId4"/>
            </p:custDataLst>
          </p:nvPr>
        </p:nvSpPr>
        <p:spPr>
          <a:xfrm>
            <a:off x="1293495" y="15894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3"/>
          <a:srcRect l="10089" t="10050"/>
        </p:blipFill>
        <p:spPr>
          <a:xfrm>
            <a:off x="1856105" y="1437005"/>
            <a:ext cx="707390" cy="57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1654175" y="1165860"/>
            <a:ext cx="275590" cy="3683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356235" y="102044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385445" y="978535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rule-based</a:t>
            </a:r>
            <a:endParaRPr lang="en-US" altLang="zh-CN" sz="500"/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830580" y="1021080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59790" y="979170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ai-based</a:t>
            </a:r>
            <a:endParaRPr lang="en-US" altLang="zh-CN" sz="500"/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1299210" y="153416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1459865" y="1534160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765935" y="195580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17" name="右箭头 16"/>
          <p:cNvSpPr/>
          <p:nvPr>
            <p:custDataLst>
              <p:tags r:id="rId15"/>
            </p:custDataLst>
          </p:nvPr>
        </p:nvSpPr>
        <p:spPr>
          <a:xfrm>
            <a:off x="2625090" y="161798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3169920" y="1361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3477895" y="1361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3167380" y="1488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9"/>
            </p:custDataLst>
          </p:nvPr>
        </p:nvSpPr>
        <p:spPr>
          <a:xfrm>
            <a:off x="3475355" y="1488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0"/>
            </p:custDataLst>
          </p:nvPr>
        </p:nvSpPr>
        <p:spPr>
          <a:xfrm>
            <a:off x="3173730" y="1615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21"/>
            </p:custDataLst>
          </p:nvPr>
        </p:nvSpPr>
        <p:spPr>
          <a:xfrm>
            <a:off x="3481705" y="1615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22"/>
            </p:custDataLst>
          </p:nvPr>
        </p:nvSpPr>
        <p:spPr>
          <a:xfrm>
            <a:off x="3171190" y="174244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3"/>
            </p:custDataLst>
          </p:nvPr>
        </p:nvSpPr>
        <p:spPr>
          <a:xfrm>
            <a:off x="3479165" y="174244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4"/>
            </p:custDataLst>
          </p:nvPr>
        </p:nvSpPr>
        <p:spPr>
          <a:xfrm>
            <a:off x="3173730" y="185801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5"/>
            </p:custDataLst>
          </p:nvPr>
        </p:nvSpPr>
        <p:spPr>
          <a:xfrm>
            <a:off x="3481705" y="185801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19" idx="6"/>
            <a:endCxn id="20" idx="2"/>
          </p:cNvCxnSpPr>
          <p:nvPr>
            <p:custDataLst>
              <p:tags r:id="rId26"/>
            </p:custDataLst>
          </p:nvPr>
        </p:nvCxnSpPr>
        <p:spPr>
          <a:xfrm>
            <a:off x="3245485" y="1399540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28" idx="2"/>
          </p:cNvCxnSpPr>
          <p:nvPr>
            <p:custDataLst>
              <p:tags r:id="rId27"/>
            </p:custDataLst>
          </p:nvPr>
        </p:nvCxnSpPr>
        <p:spPr>
          <a:xfrm>
            <a:off x="3249295" y="1399540"/>
            <a:ext cx="232410" cy="2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8"/>
            </p:custDataLst>
          </p:nvPr>
        </p:nvCxnSpPr>
        <p:spPr>
          <a:xfrm>
            <a:off x="3249295" y="1894205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9"/>
            </p:custDataLst>
          </p:nvPr>
        </p:nvCxnSpPr>
        <p:spPr>
          <a:xfrm>
            <a:off x="3249295" y="1645920"/>
            <a:ext cx="233045" cy="254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30" idx="2"/>
          </p:cNvCxnSpPr>
          <p:nvPr>
            <p:custDataLst>
              <p:tags r:id="rId30"/>
            </p:custDataLst>
          </p:nvPr>
        </p:nvCxnSpPr>
        <p:spPr>
          <a:xfrm>
            <a:off x="3242945" y="1545590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22" idx="2"/>
          </p:cNvCxnSpPr>
          <p:nvPr>
            <p:custDataLst>
              <p:tags r:id="rId31"/>
            </p:custDataLst>
          </p:nvPr>
        </p:nvCxnSpPr>
        <p:spPr>
          <a:xfrm flipV="1">
            <a:off x="3255645" y="1526540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>
            <p:custDataLst>
              <p:tags r:id="rId32"/>
            </p:custDataLst>
          </p:nvPr>
        </p:nvSpPr>
        <p:spPr>
          <a:xfrm>
            <a:off x="2791460" y="1938020"/>
            <a:ext cx="106997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issue-pr</a:t>
            </a:r>
            <a:endParaRPr lang="en-US" altLang="zh-CN" sz="1000"/>
          </a:p>
        </p:txBody>
      </p:sp>
      <p:sp>
        <p:nvSpPr>
          <p:cNvPr id="47" name="矩形 46"/>
          <p:cNvSpPr/>
          <p:nvPr>
            <p:custDataLst>
              <p:tags r:id="rId33"/>
            </p:custDataLst>
          </p:nvPr>
        </p:nvSpPr>
        <p:spPr>
          <a:xfrm>
            <a:off x="2625090" y="156972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34"/>
            </p:custDataLst>
          </p:nvPr>
        </p:nvSpPr>
        <p:spPr>
          <a:xfrm>
            <a:off x="2791460" y="1569720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9" name="右箭头 48"/>
          <p:cNvSpPr/>
          <p:nvPr>
            <p:custDataLst>
              <p:tags r:id="rId35"/>
            </p:custDataLst>
          </p:nvPr>
        </p:nvSpPr>
        <p:spPr>
          <a:xfrm>
            <a:off x="3722370" y="15894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36"/>
            </p:custDataLst>
          </p:nvPr>
        </p:nvSpPr>
        <p:spPr>
          <a:xfrm>
            <a:off x="3732530" y="154559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37"/>
            </p:custDataLst>
          </p:nvPr>
        </p:nvSpPr>
        <p:spPr>
          <a:xfrm>
            <a:off x="4201795" y="1359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38"/>
            </p:custDataLst>
          </p:nvPr>
        </p:nvSpPr>
        <p:spPr>
          <a:xfrm>
            <a:off x="4509770" y="1359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39"/>
            </p:custDataLst>
          </p:nvPr>
        </p:nvSpPr>
        <p:spPr>
          <a:xfrm>
            <a:off x="4199255" y="1486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40"/>
            </p:custDataLst>
          </p:nvPr>
        </p:nvSpPr>
        <p:spPr>
          <a:xfrm>
            <a:off x="4507230" y="1486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41"/>
            </p:custDataLst>
          </p:nvPr>
        </p:nvSpPr>
        <p:spPr>
          <a:xfrm>
            <a:off x="4205605" y="1613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42"/>
            </p:custDataLst>
          </p:nvPr>
        </p:nvSpPr>
        <p:spPr>
          <a:xfrm>
            <a:off x="4513580" y="1613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43"/>
            </p:custDataLst>
          </p:nvPr>
        </p:nvSpPr>
        <p:spPr>
          <a:xfrm>
            <a:off x="4203065" y="1740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>
            <p:custDataLst>
              <p:tags r:id="rId44"/>
            </p:custDataLst>
          </p:nvPr>
        </p:nvSpPr>
        <p:spPr>
          <a:xfrm>
            <a:off x="4511040" y="1740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45"/>
            </p:custDataLst>
          </p:nvPr>
        </p:nvSpPr>
        <p:spPr>
          <a:xfrm>
            <a:off x="4205605" y="18561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>
            <p:custDataLst>
              <p:tags r:id="rId46"/>
            </p:custDataLst>
          </p:nvPr>
        </p:nvSpPr>
        <p:spPr>
          <a:xfrm>
            <a:off x="4513580" y="18561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1" idx="6"/>
            <a:endCxn id="52" idx="2"/>
          </p:cNvCxnSpPr>
          <p:nvPr>
            <p:custDataLst>
              <p:tags r:id="rId47"/>
            </p:custDataLst>
          </p:nvPr>
        </p:nvCxnSpPr>
        <p:spPr>
          <a:xfrm>
            <a:off x="4277360" y="1397635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endCxn id="56" idx="2"/>
          </p:cNvCxnSpPr>
          <p:nvPr>
            <p:custDataLst>
              <p:tags r:id="rId48"/>
            </p:custDataLst>
          </p:nvPr>
        </p:nvCxnSpPr>
        <p:spPr>
          <a:xfrm>
            <a:off x="4281170" y="1397635"/>
            <a:ext cx="232410" cy="25400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49"/>
            </p:custDataLst>
          </p:nvPr>
        </p:nvCxnSpPr>
        <p:spPr>
          <a:xfrm>
            <a:off x="4281170" y="1892300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50"/>
            </p:custDataLst>
          </p:nvPr>
        </p:nvCxnSpPr>
        <p:spPr>
          <a:xfrm>
            <a:off x="4281170" y="1644015"/>
            <a:ext cx="233045" cy="254635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58" idx="2"/>
          </p:cNvCxnSpPr>
          <p:nvPr>
            <p:custDataLst>
              <p:tags r:id="rId51"/>
            </p:custDataLst>
          </p:nvPr>
        </p:nvCxnSpPr>
        <p:spPr>
          <a:xfrm>
            <a:off x="4274820" y="154368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54" idx="2"/>
          </p:cNvCxnSpPr>
          <p:nvPr>
            <p:custDataLst>
              <p:tags r:id="rId52"/>
            </p:custDataLst>
          </p:nvPr>
        </p:nvCxnSpPr>
        <p:spPr>
          <a:xfrm flipV="1">
            <a:off x="4287520" y="1524635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53"/>
            </p:custDataLst>
          </p:nvPr>
        </p:nvSpPr>
        <p:spPr>
          <a:xfrm>
            <a:off x="4130675" y="1955800"/>
            <a:ext cx="640080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1-1 pair</a:t>
            </a:r>
            <a:endParaRPr lang="en-US" altLang="zh-CN" sz="1000"/>
          </a:p>
        </p:txBody>
      </p:sp>
      <p:sp>
        <p:nvSpPr>
          <p:cNvPr id="113" name="矩形 112"/>
          <p:cNvSpPr/>
          <p:nvPr>
            <p:custDataLst>
              <p:tags r:id="rId54"/>
            </p:custDataLst>
          </p:nvPr>
        </p:nvSpPr>
        <p:spPr>
          <a:xfrm>
            <a:off x="298450" y="978535"/>
            <a:ext cx="463105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8450" y="388620"/>
            <a:ext cx="265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Phrase1: Issue collect</a:t>
            </a:r>
            <a:endParaRPr lang="en-US" altLang="zh-CN"/>
          </a:p>
        </p:txBody>
      </p:sp>
      <p:sp>
        <p:nvSpPr>
          <p:cNvPr id="18" name="右箭头 17"/>
          <p:cNvSpPr/>
          <p:nvPr>
            <p:custDataLst>
              <p:tags r:id="rId55"/>
            </p:custDataLst>
          </p:nvPr>
        </p:nvSpPr>
        <p:spPr>
          <a:xfrm>
            <a:off x="5329555" y="15894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6419850" y="1613535"/>
            <a:ext cx="874395" cy="3873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7574915" y="1653540"/>
            <a:ext cx="1280795" cy="313055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60"/>
            </p:custDataLst>
          </p:nvPr>
        </p:nvSpPr>
        <p:spPr>
          <a:xfrm>
            <a:off x="6273165" y="979170"/>
            <a:ext cx="278574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419850" y="1066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Issue-Pr Pair</a:t>
            </a:r>
            <a:endParaRPr lang="en-US" altLang="zh-CN"/>
          </a:p>
        </p:txBody>
      </p:sp>
      <p:sp>
        <p:nvSpPr>
          <p:cNvPr id="35" name="文本框 34"/>
          <p:cNvSpPr txBox="1"/>
          <p:nvPr>
            <p:custDataLst>
              <p:tags r:id="rId61"/>
            </p:custDataLst>
          </p:nvPr>
        </p:nvSpPr>
        <p:spPr>
          <a:xfrm>
            <a:off x="385445" y="2628265"/>
            <a:ext cx="4385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Phrase 2+3: Dockerbuild and TestGen</a:t>
            </a:r>
            <a:endParaRPr lang="en-US" altLang="zh-CN"/>
          </a:p>
        </p:txBody>
      </p:sp>
      <p:sp>
        <p:nvSpPr>
          <p:cNvPr id="36" name="矩形 35"/>
          <p:cNvSpPr/>
          <p:nvPr>
            <p:custDataLst>
              <p:tags r:id="rId62"/>
            </p:custDataLst>
          </p:nvPr>
        </p:nvSpPr>
        <p:spPr>
          <a:xfrm>
            <a:off x="343535" y="3276600"/>
            <a:ext cx="1512570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450215" y="3429000"/>
            <a:ext cx="874395" cy="38735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485140" y="4008120"/>
            <a:ext cx="1280795" cy="313055"/>
          </a:xfrm>
          <a:prstGeom prst="rect">
            <a:avLst/>
          </a:prstGeom>
        </p:spPr>
      </p:pic>
      <p:sp>
        <p:nvSpPr>
          <p:cNvPr id="45" name="右箭头 44"/>
          <p:cNvSpPr/>
          <p:nvPr>
            <p:custDataLst>
              <p:tags r:id="rId65"/>
            </p:custDataLst>
          </p:nvPr>
        </p:nvSpPr>
        <p:spPr>
          <a:xfrm>
            <a:off x="2145665" y="381635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66"/>
            </p:custDataLst>
          </p:nvPr>
        </p:nvSpPr>
        <p:spPr>
          <a:xfrm>
            <a:off x="1991995" y="357124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expand</a:t>
            </a:r>
            <a:endParaRPr lang="en-US" altLang="zh-CN" sz="1000"/>
          </a:p>
        </p:txBody>
      </p:sp>
      <p:sp>
        <p:nvSpPr>
          <p:cNvPr id="83" name="文本框 82"/>
          <p:cNvSpPr txBox="1"/>
          <p:nvPr>
            <p:custDataLst>
              <p:tags r:id="rId67"/>
            </p:custDataLst>
          </p:nvPr>
        </p:nvSpPr>
        <p:spPr>
          <a:xfrm>
            <a:off x="2834005" y="3430270"/>
            <a:ext cx="827405" cy="52641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issue</a:t>
            </a:r>
            <a:endParaRPr lang="en-US" altLang="zh-CN" sz="1000"/>
          </a:p>
          <a:p>
            <a:r>
              <a:rPr lang="en-US" altLang="zh-CN" sz="1000"/>
              <a:t>pr</a:t>
            </a:r>
            <a:endParaRPr lang="en-US" altLang="zh-CN" sz="1000"/>
          </a:p>
          <a:p>
            <a:r>
              <a:rPr lang="en-US" altLang="zh-CN" sz="1000"/>
              <a:t>patch</a:t>
            </a:r>
            <a:endParaRPr lang="en-US" altLang="zh-CN" sz="1000"/>
          </a:p>
        </p:txBody>
      </p:sp>
      <p:sp>
        <p:nvSpPr>
          <p:cNvPr id="84" name="左大括号 83"/>
          <p:cNvSpPr/>
          <p:nvPr>
            <p:custDataLst>
              <p:tags r:id="rId68"/>
            </p:custDataLst>
          </p:nvPr>
        </p:nvSpPr>
        <p:spPr>
          <a:xfrm>
            <a:off x="2811145" y="3440430"/>
            <a:ext cx="76200" cy="528955"/>
          </a:xfrm>
          <a:prstGeom prst="lef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左大括号 87"/>
          <p:cNvSpPr/>
          <p:nvPr>
            <p:custDataLst>
              <p:tags r:id="rId69"/>
            </p:custDataLst>
          </p:nvPr>
        </p:nvSpPr>
        <p:spPr>
          <a:xfrm>
            <a:off x="2789555" y="4027170"/>
            <a:ext cx="98425" cy="42227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>
            <p:custDataLst>
              <p:tags r:id="rId70"/>
            </p:custDataLst>
          </p:nvPr>
        </p:nvSpPr>
        <p:spPr>
          <a:xfrm>
            <a:off x="2867025" y="4018915"/>
            <a:ext cx="1513205" cy="4552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mocking unitest guide</a:t>
            </a:r>
            <a:endParaRPr lang="en-US" altLang="zh-CN" sz="1000"/>
          </a:p>
          <a:p>
            <a:r>
              <a:rPr lang="en-US" altLang="zh-CN" sz="1000"/>
              <a:t>mock api resources</a:t>
            </a:r>
            <a:endParaRPr lang="en-US" altLang="zh-CN" sz="1000"/>
          </a:p>
        </p:txBody>
      </p:sp>
      <p:sp>
        <p:nvSpPr>
          <p:cNvPr id="70" name="矩形 69"/>
          <p:cNvSpPr/>
          <p:nvPr>
            <p:custDataLst>
              <p:tags r:id="rId71"/>
            </p:custDataLst>
          </p:nvPr>
        </p:nvSpPr>
        <p:spPr>
          <a:xfrm>
            <a:off x="2686685" y="3287395"/>
            <a:ext cx="1826895" cy="12611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1" name="右箭头 70"/>
          <p:cNvSpPr/>
          <p:nvPr>
            <p:custDataLst>
              <p:tags r:id="rId72"/>
            </p:custDataLst>
          </p:nvPr>
        </p:nvSpPr>
        <p:spPr>
          <a:xfrm>
            <a:off x="4929505" y="381635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5659120" y="368744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3" name="图片 72"/>
          <p:cNvPicPr/>
          <p:nvPr>
            <p:custDataLst>
              <p:tags r:id="rId74"/>
            </p:custDataLst>
          </p:nvPr>
        </p:nvPicPr>
        <p:blipFill>
          <a:blip r:embed="rId75"/>
        </p:blipFill>
        <p:spPr>
          <a:xfrm>
            <a:off x="6089015" y="3706495"/>
            <a:ext cx="342900" cy="304165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6273165" y="603631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75" name="图片 74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343535" y="6036310"/>
            <a:ext cx="341630" cy="45656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6" name="文本框 75"/>
          <p:cNvSpPr txBox="1"/>
          <p:nvPr>
            <p:custDataLst>
              <p:tags r:id="rId78"/>
            </p:custDataLst>
          </p:nvPr>
        </p:nvSpPr>
        <p:spPr>
          <a:xfrm>
            <a:off x="885825" y="6124575"/>
            <a:ext cx="4385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SWE agent: have full scarffold(default: claude-code with gpt4.1)</a:t>
            </a:r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6863715" y="5935980"/>
            <a:ext cx="41560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gate agent: Given context to a yes/no</a:t>
            </a:r>
            <a:endParaRPr lang="en-US" altLang="zh-CN"/>
          </a:p>
          <a:p>
            <a:r>
              <a:rPr lang="en-US" altLang="zh-CN"/>
              <a:t>judgement(eg whether docker build successful or test satisfy requirements)</a:t>
            </a:r>
            <a:endParaRPr lang="en-US" altLang="zh-CN"/>
          </a:p>
        </p:txBody>
      </p:sp>
      <p:sp>
        <p:nvSpPr>
          <p:cNvPr id="78" name="文本框 77"/>
          <p:cNvSpPr txBox="1"/>
          <p:nvPr/>
        </p:nvSpPr>
        <p:spPr>
          <a:xfrm>
            <a:off x="5532755" y="416877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docker gen</a:t>
            </a:r>
            <a:endParaRPr lang="en-US" altLang="zh-CN" sz="1200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7143750" y="3654425"/>
            <a:ext cx="343535" cy="401320"/>
          </a:xfrm>
          <a:prstGeom prst="rect">
            <a:avLst/>
          </a:prstGeom>
        </p:spPr>
      </p:pic>
      <p:sp>
        <p:nvSpPr>
          <p:cNvPr id="81" name="右箭头 80"/>
          <p:cNvSpPr/>
          <p:nvPr>
            <p:custDataLst>
              <p:tags r:id="rId81"/>
            </p:custDataLst>
          </p:nvPr>
        </p:nvSpPr>
        <p:spPr>
          <a:xfrm>
            <a:off x="6550660" y="378777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2" name="图片 81"/>
          <p:cNvPicPr/>
          <p:nvPr>
            <p:custDataLst>
              <p:tags r:id="rId82"/>
            </p:custDataLst>
          </p:nvPr>
        </p:nvPicPr>
        <p:blipFill>
          <a:blip r:embed="rId75"/>
        </p:blipFill>
        <p:spPr>
          <a:xfrm>
            <a:off x="7487285" y="3751580"/>
            <a:ext cx="342900" cy="304165"/>
          </a:xfrm>
          <a:prstGeom prst="rect">
            <a:avLst/>
          </a:prstGeom>
        </p:spPr>
      </p:pic>
      <p:sp>
        <p:nvSpPr>
          <p:cNvPr id="86" name="文本框 85"/>
          <p:cNvSpPr txBox="1"/>
          <p:nvPr>
            <p:custDataLst>
              <p:tags r:id="rId83"/>
            </p:custDataLst>
          </p:nvPr>
        </p:nvSpPr>
        <p:spPr>
          <a:xfrm>
            <a:off x="7143115" y="416877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docker build</a:t>
            </a:r>
            <a:endParaRPr lang="en-US" altLang="zh-CN" sz="1200"/>
          </a:p>
        </p:txBody>
      </p:sp>
      <p:sp>
        <p:nvSpPr>
          <p:cNvPr id="89" name="环形箭头 88"/>
          <p:cNvSpPr/>
          <p:nvPr/>
        </p:nvSpPr>
        <p:spPr>
          <a:xfrm rot="21360000" flipH="1">
            <a:off x="6342380" y="3248025"/>
            <a:ext cx="774700" cy="781685"/>
          </a:xfrm>
          <a:prstGeom prst="circular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6208395" y="276479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92" name="文本框 91"/>
          <p:cNvSpPr txBox="1"/>
          <p:nvPr>
            <p:custDataLst>
              <p:tags r:id="rId85"/>
            </p:custDataLst>
          </p:nvPr>
        </p:nvSpPr>
        <p:spPr>
          <a:xfrm>
            <a:off x="6615430" y="2764790"/>
            <a:ext cx="161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small iteration</a:t>
            </a:r>
            <a:endParaRPr lang="en-US" altLang="zh-CN" sz="1200"/>
          </a:p>
          <a:p>
            <a:r>
              <a:rPr lang="en-US" altLang="zh-CN" sz="1200"/>
              <a:t>docker runnable</a:t>
            </a:r>
            <a:endParaRPr lang="en-US" altLang="zh-CN" sz="1200"/>
          </a:p>
        </p:txBody>
      </p:sp>
      <p:sp>
        <p:nvSpPr>
          <p:cNvPr id="93" name="右箭头 92"/>
          <p:cNvSpPr/>
          <p:nvPr>
            <p:custDataLst>
              <p:tags r:id="rId86"/>
            </p:custDataLst>
          </p:nvPr>
        </p:nvSpPr>
        <p:spPr>
          <a:xfrm>
            <a:off x="8011160" y="375158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8580120" y="3639820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5" name="图片 94"/>
          <p:cNvPicPr/>
          <p:nvPr>
            <p:custDataLst>
              <p:tags r:id="rId88"/>
            </p:custDataLst>
          </p:nvPr>
        </p:nvPicPr>
        <p:blipFill>
          <a:blip r:embed="rId89"/>
        </p:blipFill>
        <p:spPr>
          <a:xfrm>
            <a:off x="8893810" y="3665220"/>
            <a:ext cx="500380" cy="368300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90"/>
            </p:custDataLst>
          </p:nvPr>
        </p:nvSpPr>
        <p:spPr>
          <a:xfrm>
            <a:off x="8580120" y="4198620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test gen</a:t>
            </a:r>
            <a:endParaRPr lang="en-US" altLang="zh-CN" sz="1200"/>
          </a:p>
        </p:txBody>
      </p:sp>
      <p:sp>
        <p:nvSpPr>
          <p:cNvPr id="97" name="右箭头 96"/>
          <p:cNvSpPr/>
          <p:nvPr>
            <p:custDataLst>
              <p:tags r:id="rId91"/>
            </p:custDataLst>
          </p:nvPr>
        </p:nvSpPr>
        <p:spPr>
          <a:xfrm>
            <a:off x="9524365" y="378777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8" name="图片 97"/>
          <p:cNvPicPr>
            <a:picLocks noChangeAspect="1"/>
          </p:cNvPicPr>
          <p:nvPr>
            <p:custDataLst>
              <p:tags r:id="rId92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9932670" y="368744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9" name="图片 98"/>
          <p:cNvPicPr/>
          <p:nvPr>
            <p:custDataLst>
              <p:tags r:id="rId93"/>
            </p:custDataLst>
          </p:nvPr>
        </p:nvPicPr>
        <p:blipFill>
          <a:blip r:embed="rId89"/>
        </p:blipFill>
        <p:spPr>
          <a:xfrm>
            <a:off x="10259060" y="3706495"/>
            <a:ext cx="500380" cy="368300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94"/>
            </p:custDataLst>
          </p:nvPr>
        </p:nvSpPr>
        <p:spPr>
          <a:xfrm>
            <a:off x="9789795" y="426148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test </a:t>
            </a:r>
            <a:r>
              <a:rPr lang="en-US" altLang="zh-CN" sz="1200"/>
              <a:t>varify</a:t>
            </a:r>
            <a:endParaRPr lang="en-US" altLang="zh-CN" sz="1200"/>
          </a:p>
        </p:txBody>
      </p:sp>
      <p:sp>
        <p:nvSpPr>
          <p:cNvPr id="101" name="环形箭头 100"/>
          <p:cNvSpPr/>
          <p:nvPr>
            <p:custDataLst>
              <p:tags r:id="rId95"/>
            </p:custDataLst>
          </p:nvPr>
        </p:nvSpPr>
        <p:spPr>
          <a:xfrm rot="21360000" flipH="1">
            <a:off x="9254490" y="3251200"/>
            <a:ext cx="774700" cy="781685"/>
          </a:xfrm>
          <a:prstGeom prst="circular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8855710" y="281940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03" name="文本框 102"/>
          <p:cNvSpPr txBox="1"/>
          <p:nvPr>
            <p:custDataLst>
              <p:tags r:id="rId97"/>
            </p:custDataLst>
          </p:nvPr>
        </p:nvSpPr>
        <p:spPr>
          <a:xfrm>
            <a:off x="9228455" y="2827020"/>
            <a:ext cx="161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small iteration</a:t>
            </a:r>
            <a:endParaRPr lang="en-US" altLang="zh-CN" sz="1200"/>
          </a:p>
          <a:p>
            <a:r>
              <a:rPr lang="en-US" altLang="zh-CN" sz="1200"/>
              <a:t>test </a:t>
            </a:r>
            <a:r>
              <a:rPr lang="en-US" altLang="zh-CN" sz="1200"/>
              <a:t>accurate</a:t>
            </a:r>
            <a:endParaRPr lang="en-US" altLang="zh-CN" sz="1200"/>
          </a:p>
        </p:txBody>
      </p:sp>
      <p:pic>
        <p:nvPicPr>
          <p:cNvPr id="104" name="图片 103"/>
          <p:cNvPicPr>
            <a:picLocks noChangeAspect="1"/>
          </p:cNvPicPr>
          <p:nvPr>
            <p:custDataLst>
              <p:tags r:id="rId98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7884160" y="4867275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06" name="文本框 105"/>
          <p:cNvSpPr txBox="1"/>
          <p:nvPr>
            <p:custDataLst>
              <p:tags r:id="rId99"/>
            </p:custDataLst>
          </p:nvPr>
        </p:nvSpPr>
        <p:spPr>
          <a:xfrm>
            <a:off x="7294245" y="5324475"/>
            <a:ext cx="1826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co repair gate</a:t>
            </a:r>
            <a:endParaRPr lang="en-US" altLang="zh-CN" sz="1200"/>
          </a:p>
          <a:p>
            <a:r>
              <a:rPr lang="en-US" altLang="zh-CN" sz="1200"/>
              <a:t>set a high threshold</a:t>
            </a:r>
            <a:endParaRPr lang="en-US" altLang="zh-CN" sz="1200"/>
          </a:p>
        </p:txBody>
      </p:sp>
      <p:sp>
        <p:nvSpPr>
          <p:cNvPr id="109" name="下弧形箭头 108"/>
          <p:cNvSpPr/>
          <p:nvPr/>
        </p:nvSpPr>
        <p:spPr>
          <a:xfrm flipH="1">
            <a:off x="6958965" y="4484370"/>
            <a:ext cx="2376805" cy="382905"/>
          </a:xfrm>
          <a:prstGeom prst="curved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958965" y="3271520"/>
            <a:ext cx="343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92D050"/>
                </a:solidFill>
              </a:rPr>
              <a:t>m</a:t>
            </a:r>
            <a:endParaRPr lang="en-US" altLang="zh-CN">
              <a:solidFill>
                <a:srgbClr val="92D050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9932670" y="3296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n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356235" y="4867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iteration context</a:t>
            </a:r>
            <a:r>
              <a:rPr lang="zh-CN" altLang="en-US"/>
              <a:t>（</a:t>
            </a:r>
            <a:r>
              <a:rPr lang="en-US" altLang="zh-CN"/>
              <a:t>not enough space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385445" y="53244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typical complexity</a:t>
            </a:r>
            <a:r>
              <a:rPr lang="zh-CN" altLang="en-US"/>
              <a:t>：</a:t>
            </a:r>
            <a:r>
              <a:rPr lang="en-US" altLang="zh-CN"/>
              <a:t>m+</a:t>
            </a:r>
            <a:r>
              <a:rPr lang="en-US" altLang="zh-CN"/>
              <a:t>n</a:t>
            </a:r>
            <a:endParaRPr lang="en-US" altLang="zh-CN"/>
          </a:p>
          <a:p>
            <a:r>
              <a:rPr lang="en-US" altLang="zh-CN"/>
              <a:t>with big iteration</a:t>
            </a:r>
            <a:r>
              <a:rPr lang="zh-CN" altLang="en-US"/>
              <a:t>：（</a:t>
            </a:r>
            <a:r>
              <a:rPr lang="en-US" altLang="zh-CN"/>
              <a:t>m+n</a:t>
            </a:r>
            <a:r>
              <a:rPr lang="zh-CN" altLang="en-US"/>
              <a:t>）</a:t>
            </a:r>
            <a:r>
              <a:rPr lang="en-US" altLang="zh-CN"/>
              <a:t>*</a:t>
            </a:r>
            <a:r>
              <a:rPr lang="en-US" altLang="zh-CN"/>
              <a:t>big loop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Bug</a:t>
            </a:r>
            <a:endParaRPr 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51535" y="287972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github repo</a:t>
            </a:r>
            <a:endParaRPr lang="en-US" altLang="zh-CN" sz="1000"/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953135" y="2296795"/>
            <a:ext cx="786765" cy="638175"/>
          </a:xfrm>
          <a:prstGeom prst="rect">
            <a:avLst/>
          </a:prstGeom>
        </p:spPr>
      </p:pic>
      <p:sp>
        <p:nvSpPr>
          <p:cNvPr id="6" name="右箭头 5"/>
          <p:cNvSpPr/>
          <p:nvPr>
            <p:custDataLst>
              <p:tags r:id="rId4"/>
            </p:custDataLst>
          </p:nvPr>
        </p:nvSpPr>
        <p:spPr>
          <a:xfrm>
            <a:off x="1801495" y="251333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3"/>
          <a:srcRect l="10089" t="10050"/>
        </p:blipFill>
        <p:spPr>
          <a:xfrm>
            <a:off x="2364105" y="2360930"/>
            <a:ext cx="707390" cy="57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3481" r="12457"/>
          <a:stretch>
            <a:fillRect/>
          </a:stretch>
        </p:blipFill>
        <p:spPr>
          <a:xfrm>
            <a:off x="2162175" y="2089785"/>
            <a:ext cx="275590" cy="3683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864235" y="194437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93445" y="1902460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rule-based</a:t>
            </a:r>
            <a:endParaRPr lang="en-US" altLang="zh-CN" sz="500"/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1338580" y="194500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367790" y="1903095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ai-based</a:t>
            </a:r>
            <a:endParaRPr lang="en-US" altLang="zh-CN" sz="500"/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1807210" y="245808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1967865" y="245808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273935" y="287972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17" name="右箭头 16"/>
          <p:cNvSpPr/>
          <p:nvPr>
            <p:custDataLst>
              <p:tags r:id="rId15"/>
            </p:custDataLst>
          </p:nvPr>
        </p:nvSpPr>
        <p:spPr>
          <a:xfrm>
            <a:off x="3133090" y="25419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3677920" y="228536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3985895" y="228536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3675380" y="241236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9"/>
            </p:custDataLst>
          </p:nvPr>
        </p:nvSpPr>
        <p:spPr>
          <a:xfrm>
            <a:off x="3983355" y="241236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0"/>
            </p:custDataLst>
          </p:nvPr>
        </p:nvSpPr>
        <p:spPr>
          <a:xfrm>
            <a:off x="3681730" y="253936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21"/>
            </p:custDataLst>
          </p:nvPr>
        </p:nvSpPr>
        <p:spPr>
          <a:xfrm>
            <a:off x="3989705" y="253936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22"/>
            </p:custDataLst>
          </p:nvPr>
        </p:nvSpPr>
        <p:spPr>
          <a:xfrm>
            <a:off x="3679190" y="266636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3"/>
            </p:custDataLst>
          </p:nvPr>
        </p:nvSpPr>
        <p:spPr>
          <a:xfrm>
            <a:off x="3987165" y="266636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4"/>
            </p:custDataLst>
          </p:nvPr>
        </p:nvSpPr>
        <p:spPr>
          <a:xfrm>
            <a:off x="3681730" y="27819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5"/>
            </p:custDataLst>
          </p:nvPr>
        </p:nvSpPr>
        <p:spPr>
          <a:xfrm>
            <a:off x="3989705" y="27819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19" idx="6"/>
            <a:endCxn id="20" idx="2"/>
          </p:cNvCxnSpPr>
          <p:nvPr>
            <p:custDataLst>
              <p:tags r:id="rId26"/>
            </p:custDataLst>
          </p:nvPr>
        </p:nvCxnSpPr>
        <p:spPr>
          <a:xfrm>
            <a:off x="3753485" y="2323465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28" idx="2"/>
          </p:cNvCxnSpPr>
          <p:nvPr>
            <p:custDataLst>
              <p:tags r:id="rId27"/>
            </p:custDataLst>
          </p:nvPr>
        </p:nvCxnSpPr>
        <p:spPr>
          <a:xfrm>
            <a:off x="3757295" y="2323465"/>
            <a:ext cx="232410" cy="2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8"/>
            </p:custDataLst>
          </p:nvPr>
        </p:nvCxnSpPr>
        <p:spPr>
          <a:xfrm>
            <a:off x="3757295" y="2818130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9"/>
            </p:custDataLst>
          </p:nvPr>
        </p:nvCxnSpPr>
        <p:spPr>
          <a:xfrm>
            <a:off x="3757295" y="2569845"/>
            <a:ext cx="233045" cy="254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30" idx="2"/>
          </p:cNvCxnSpPr>
          <p:nvPr>
            <p:custDataLst>
              <p:tags r:id="rId30"/>
            </p:custDataLst>
          </p:nvPr>
        </p:nvCxnSpPr>
        <p:spPr>
          <a:xfrm>
            <a:off x="3750945" y="246951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22" idx="2"/>
          </p:cNvCxnSpPr>
          <p:nvPr>
            <p:custDataLst>
              <p:tags r:id="rId31"/>
            </p:custDataLst>
          </p:nvPr>
        </p:nvCxnSpPr>
        <p:spPr>
          <a:xfrm flipV="1">
            <a:off x="3763645" y="2450465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>
            <p:custDataLst>
              <p:tags r:id="rId32"/>
            </p:custDataLst>
          </p:nvPr>
        </p:nvSpPr>
        <p:spPr>
          <a:xfrm>
            <a:off x="3299460" y="2861945"/>
            <a:ext cx="106997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issue-pr</a:t>
            </a:r>
            <a:endParaRPr lang="en-US" altLang="zh-CN" sz="1000"/>
          </a:p>
        </p:txBody>
      </p:sp>
      <p:sp>
        <p:nvSpPr>
          <p:cNvPr id="47" name="矩形 46"/>
          <p:cNvSpPr/>
          <p:nvPr>
            <p:custDataLst>
              <p:tags r:id="rId33"/>
            </p:custDataLst>
          </p:nvPr>
        </p:nvSpPr>
        <p:spPr>
          <a:xfrm>
            <a:off x="3133090" y="249364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34"/>
            </p:custDataLst>
          </p:nvPr>
        </p:nvSpPr>
        <p:spPr>
          <a:xfrm>
            <a:off x="3299460" y="249364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9" name="右箭头 48"/>
          <p:cNvSpPr/>
          <p:nvPr>
            <p:custDataLst>
              <p:tags r:id="rId35"/>
            </p:custDataLst>
          </p:nvPr>
        </p:nvSpPr>
        <p:spPr>
          <a:xfrm>
            <a:off x="4230370" y="251333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36"/>
            </p:custDataLst>
          </p:nvPr>
        </p:nvSpPr>
        <p:spPr>
          <a:xfrm>
            <a:off x="4240530" y="246951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37"/>
            </p:custDataLst>
          </p:nvPr>
        </p:nvSpPr>
        <p:spPr>
          <a:xfrm>
            <a:off x="4709795" y="228346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38"/>
            </p:custDataLst>
          </p:nvPr>
        </p:nvSpPr>
        <p:spPr>
          <a:xfrm>
            <a:off x="5017770" y="228346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39"/>
            </p:custDataLst>
          </p:nvPr>
        </p:nvSpPr>
        <p:spPr>
          <a:xfrm>
            <a:off x="4707255" y="241046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40"/>
            </p:custDataLst>
          </p:nvPr>
        </p:nvSpPr>
        <p:spPr>
          <a:xfrm>
            <a:off x="5015230" y="241046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41"/>
            </p:custDataLst>
          </p:nvPr>
        </p:nvSpPr>
        <p:spPr>
          <a:xfrm>
            <a:off x="4713605" y="253746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42"/>
            </p:custDataLst>
          </p:nvPr>
        </p:nvSpPr>
        <p:spPr>
          <a:xfrm>
            <a:off x="5021580" y="253746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43"/>
            </p:custDataLst>
          </p:nvPr>
        </p:nvSpPr>
        <p:spPr>
          <a:xfrm>
            <a:off x="4711065" y="266446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>
            <p:custDataLst>
              <p:tags r:id="rId44"/>
            </p:custDataLst>
          </p:nvPr>
        </p:nvSpPr>
        <p:spPr>
          <a:xfrm>
            <a:off x="5019040" y="266446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45"/>
            </p:custDataLst>
          </p:nvPr>
        </p:nvSpPr>
        <p:spPr>
          <a:xfrm>
            <a:off x="4713605" y="278003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>
            <p:custDataLst>
              <p:tags r:id="rId46"/>
            </p:custDataLst>
          </p:nvPr>
        </p:nvSpPr>
        <p:spPr>
          <a:xfrm>
            <a:off x="5021580" y="278003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1" idx="6"/>
            <a:endCxn id="52" idx="2"/>
          </p:cNvCxnSpPr>
          <p:nvPr>
            <p:custDataLst>
              <p:tags r:id="rId47"/>
            </p:custDataLst>
          </p:nvPr>
        </p:nvCxnSpPr>
        <p:spPr>
          <a:xfrm>
            <a:off x="4785360" y="2321560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endCxn id="56" idx="2"/>
          </p:cNvCxnSpPr>
          <p:nvPr>
            <p:custDataLst>
              <p:tags r:id="rId48"/>
            </p:custDataLst>
          </p:nvPr>
        </p:nvCxnSpPr>
        <p:spPr>
          <a:xfrm>
            <a:off x="4789170" y="2321560"/>
            <a:ext cx="232410" cy="25400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49"/>
            </p:custDataLst>
          </p:nvPr>
        </p:nvCxnSpPr>
        <p:spPr>
          <a:xfrm>
            <a:off x="4789170" y="2816225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50"/>
            </p:custDataLst>
          </p:nvPr>
        </p:nvCxnSpPr>
        <p:spPr>
          <a:xfrm>
            <a:off x="4789170" y="2567940"/>
            <a:ext cx="233045" cy="254635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58" idx="2"/>
          </p:cNvCxnSpPr>
          <p:nvPr>
            <p:custDataLst>
              <p:tags r:id="rId51"/>
            </p:custDataLst>
          </p:nvPr>
        </p:nvCxnSpPr>
        <p:spPr>
          <a:xfrm>
            <a:off x="4782820" y="2467610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54" idx="2"/>
          </p:cNvCxnSpPr>
          <p:nvPr>
            <p:custDataLst>
              <p:tags r:id="rId52"/>
            </p:custDataLst>
          </p:nvPr>
        </p:nvCxnSpPr>
        <p:spPr>
          <a:xfrm flipV="1">
            <a:off x="4795520" y="2448560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53"/>
            </p:custDataLst>
          </p:nvPr>
        </p:nvSpPr>
        <p:spPr>
          <a:xfrm>
            <a:off x="4638675" y="2879725"/>
            <a:ext cx="640080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1-1 pair</a:t>
            </a:r>
            <a:endParaRPr lang="en-US" altLang="zh-CN" sz="1000"/>
          </a:p>
        </p:txBody>
      </p:sp>
      <p:sp>
        <p:nvSpPr>
          <p:cNvPr id="113" name="矩形 112"/>
          <p:cNvSpPr/>
          <p:nvPr>
            <p:custDataLst>
              <p:tags r:id="rId54"/>
            </p:custDataLst>
          </p:nvPr>
        </p:nvSpPr>
        <p:spPr>
          <a:xfrm>
            <a:off x="806450" y="1902460"/>
            <a:ext cx="463105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55"/>
            </p:custDataLst>
          </p:nvPr>
        </p:nvSpPr>
        <p:spPr>
          <a:xfrm>
            <a:off x="806450" y="1312545"/>
            <a:ext cx="265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Phrase1: Issue collect</a:t>
            </a:r>
            <a:endParaRPr lang="en-US" altLang="zh-CN"/>
          </a:p>
        </p:txBody>
      </p:sp>
      <p:sp>
        <p:nvSpPr>
          <p:cNvPr id="18" name="右箭头 17"/>
          <p:cNvSpPr/>
          <p:nvPr>
            <p:custDataLst>
              <p:tags r:id="rId56"/>
            </p:custDataLst>
          </p:nvPr>
        </p:nvSpPr>
        <p:spPr>
          <a:xfrm>
            <a:off x="5837555" y="251333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6927850" y="2537460"/>
            <a:ext cx="874395" cy="3873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8082915" y="2577465"/>
            <a:ext cx="1280795" cy="313055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61"/>
            </p:custDataLst>
          </p:nvPr>
        </p:nvSpPr>
        <p:spPr>
          <a:xfrm>
            <a:off x="6781165" y="1903095"/>
            <a:ext cx="2785745" cy="1260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椭圆 20"/>
          <p:cNvSpPr/>
          <p:nvPr>
            <p:custDataLst>
              <p:tags r:id="rId62"/>
            </p:custDataLst>
          </p:nvPr>
        </p:nvSpPr>
        <p:spPr>
          <a:xfrm>
            <a:off x="956945" y="42056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29"/>
          <p:cNvSpPr/>
          <p:nvPr>
            <p:custDataLst>
              <p:tags r:id="rId63"/>
            </p:custDataLst>
          </p:nvPr>
        </p:nvSpPr>
        <p:spPr>
          <a:xfrm>
            <a:off x="1268730" y="44596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42"/>
          <p:cNvCxnSpPr>
            <a:endCxn id="34" idx="2"/>
          </p:cNvCxnSpPr>
          <p:nvPr>
            <p:custDataLst>
              <p:tags r:id="rId64"/>
            </p:custDataLst>
          </p:nvPr>
        </p:nvCxnSpPr>
        <p:spPr>
          <a:xfrm>
            <a:off x="1032510" y="426275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1631950" y="3505200"/>
            <a:ext cx="70135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previous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en-US" altLang="zh-CN"/>
              <a:t>only form evaluation</a:t>
            </a:r>
            <a:endParaRPr lang="en-US" altLang="zh-CN"/>
          </a:p>
          <a:p>
            <a:r>
              <a:rPr lang="en-US" altLang="zh-CN"/>
              <a:t>openai/codex: issue128 actually has no related pr</a:t>
            </a:r>
            <a:endParaRPr lang="en-US" altLang="zh-CN"/>
          </a:p>
          <a:p>
            <a:r>
              <a:rPr lang="en-US" altLang="zh-CN"/>
              <a:t>but on github: all the dependent bot pr will be automatically linked to the issue before it -</a:t>
            </a:r>
            <a:r>
              <a:rPr lang="zh-CN" altLang="en-US"/>
              <a:t>》</a:t>
            </a:r>
            <a:r>
              <a:rPr lang="en-US" altLang="zh-CN"/>
              <a:t>fix</a:t>
            </a:r>
            <a:r>
              <a:rPr lang="zh-CN" altLang="en-US"/>
              <a:t>：</a:t>
            </a:r>
            <a:r>
              <a:rPr lang="en-US" altLang="zh-CN"/>
              <a:t>add content filter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38" name="Picture 37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2804160" y="4834890"/>
            <a:ext cx="5441315" cy="2023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Opt</a:t>
            </a:r>
            <a:endParaRPr 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3359150" y="280733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3" name="图片 72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>
            <a:off x="3789045" y="2826385"/>
            <a:ext cx="342900" cy="304165"/>
          </a:xfrm>
          <a:prstGeom prst="rect">
            <a:avLst/>
          </a:prstGeom>
        </p:spPr>
      </p:pic>
      <p:sp>
        <p:nvSpPr>
          <p:cNvPr id="78" name="文本框 77"/>
          <p:cNvSpPr txBox="1"/>
          <p:nvPr>
            <p:custDataLst>
              <p:tags r:id="rId5"/>
            </p:custDataLst>
          </p:nvPr>
        </p:nvSpPr>
        <p:spPr>
          <a:xfrm>
            <a:off x="3232785" y="328866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docker gen</a:t>
            </a:r>
            <a:endParaRPr lang="en-US" altLang="zh-CN" sz="1200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43780" y="2774315"/>
            <a:ext cx="343535" cy="401320"/>
          </a:xfrm>
          <a:prstGeom prst="rect">
            <a:avLst/>
          </a:prstGeom>
        </p:spPr>
      </p:pic>
      <p:sp>
        <p:nvSpPr>
          <p:cNvPr id="81" name="右箭头 80"/>
          <p:cNvSpPr/>
          <p:nvPr>
            <p:custDataLst>
              <p:tags r:id="rId8"/>
            </p:custDataLst>
          </p:nvPr>
        </p:nvSpPr>
        <p:spPr>
          <a:xfrm>
            <a:off x="4250690" y="290766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2" name="图片 81"/>
          <p:cNvPicPr/>
          <p:nvPr>
            <p:custDataLst>
              <p:tags r:id="rId9"/>
            </p:custDataLst>
          </p:nvPr>
        </p:nvPicPr>
        <p:blipFill>
          <a:blip r:embed="rId4"/>
        </p:blipFill>
        <p:spPr>
          <a:xfrm>
            <a:off x="5187315" y="2871470"/>
            <a:ext cx="342900" cy="304165"/>
          </a:xfrm>
          <a:prstGeom prst="rect">
            <a:avLst/>
          </a:prstGeom>
        </p:spPr>
      </p:pic>
      <p:sp>
        <p:nvSpPr>
          <p:cNvPr id="86" name="文本框 85"/>
          <p:cNvSpPr txBox="1"/>
          <p:nvPr>
            <p:custDataLst>
              <p:tags r:id="rId10"/>
            </p:custDataLst>
          </p:nvPr>
        </p:nvSpPr>
        <p:spPr>
          <a:xfrm>
            <a:off x="4843145" y="3288665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docker build</a:t>
            </a:r>
            <a:endParaRPr lang="en-US" altLang="zh-CN" sz="1200"/>
          </a:p>
        </p:txBody>
      </p:sp>
      <p:sp>
        <p:nvSpPr>
          <p:cNvPr id="89" name="环形箭头 88"/>
          <p:cNvSpPr/>
          <p:nvPr>
            <p:custDataLst>
              <p:tags r:id="rId11"/>
            </p:custDataLst>
          </p:nvPr>
        </p:nvSpPr>
        <p:spPr>
          <a:xfrm rot="21360000" flipH="1">
            <a:off x="4042410" y="2367915"/>
            <a:ext cx="774700" cy="781685"/>
          </a:xfrm>
          <a:prstGeom prst="circular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3908425" y="188468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92" name="文本框 91"/>
          <p:cNvSpPr txBox="1"/>
          <p:nvPr>
            <p:custDataLst>
              <p:tags r:id="rId13"/>
            </p:custDataLst>
          </p:nvPr>
        </p:nvSpPr>
        <p:spPr>
          <a:xfrm>
            <a:off x="4315460" y="1884680"/>
            <a:ext cx="161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small iteration</a:t>
            </a:r>
            <a:endParaRPr lang="en-US" altLang="zh-CN" sz="1200"/>
          </a:p>
          <a:p>
            <a:r>
              <a:rPr lang="en-US" altLang="zh-CN" sz="1200"/>
              <a:t>docker runnable</a:t>
            </a:r>
            <a:endParaRPr lang="en-US" altLang="zh-CN" sz="1200"/>
          </a:p>
        </p:txBody>
      </p:sp>
      <p:sp>
        <p:nvSpPr>
          <p:cNvPr id="93" name="右箭头 92"/>
          <p:cNvSpPr/>
          <p:nvPr>
            <p:custDataLst>
              <p:tags r:id="rId14"/>
            </p:custDataLst>
          </p:nvPr>
        </p:nvSpPr>
        <p:spPr>
          <a:xfrm>
            <a:off x="5711190" y="28714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6280150" y="2759710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5" name="图片 94"/>
          <p:cNvPicPr/>
          <p:nvPr>
            <p:custDataLst>
              <p:tags r:id="rId16"/>
            </p:custDataLst>
          </p:nvPr>
        </p:nvPicPr>
        <p:blipFill>
          <a:blip r:embed="rId17"/>
        </p:blipFill>
        <p:spPr>
          <a:xfrm>
            <a:off x="6593840" y="2785110"/>
            <a:ext cx="500380" cy="368300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18"/>
            </p:custDataLst>
          </p:nvPr>
        </p:nvSpPr>
        <p:spPr>
          <a:xfrm>
            <a:off x="6280150" y="3318510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test gen</a:t>
            </a:r>
            <a:endParaRPr lang="en-US" altLang="zh-CN" sz="1200"/>
          </a:p>
        </p:txBody>
      </p:sp>
      <p:sp>
        <p:nvSpPr>
          <p:cNvPr id="97" name="右箭头 96"/>
          <p:cNvSpPr/>
          <p:nvPr>
            <p:custDataLst>
              <p:tags r:id="rId19"/>
            </p:custDataLst>
          </p:nvPr>
        </p:nvSpPr>
        <p:spPr>
          <a:xfrm>
            <a:off x="7224395" y="290766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8" name="图片 9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7632700" y="280733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9" name="图片 98"/>
          <p:cNvPicPr/>
          <p:nvPr>
            <p:custDataLst>
              <p:tags r:id="rId21"/>
            </p:custDataLst>
          </p:nvPr>
        </p:nvPicPr>
        <p:blipFill>
          <a:blip r:embed="rId17"/>
        </p:blipFill>
        <p:spPr>
          <a:xfrm>
            <a:off x="7959090" y="2826385"/>
            <a:ext cx="500380" cy="368300"/>
          </a:xfrm>
          <a:prstGeom prst="rect">
            <a:avLst/>
          </a:prstGeom>
        </p:spPr>
      </p:pic>
      <p:sp>
        <p:nvSpPr>
          <p:cNvPr id="101" name="环形箭头 100"/>
          <p:cNvSpPr/>
          <p:nvPr>
            <p:custDataLst>
              <p:tags r:id="rId22"/>
            </p:custDataLst>
          </p:nvPr>
        </p:nvSpPr>
        <p:spPr>
          <a:xfrm rot="21360000" flipH="1">
            <a:off x="6954520" y="2371090"/>
            <a:ext cx="774700" cy="781685"/>
          </a:xfrm>
          <a:prstGeom prst="circular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6555740" y="1939290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04" name="图片 10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5584190" y="3987165"/>
            <a:ext cx="342265" cy="45720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09" name="下弧形箭头 108"/>
          <p:cNvSpPr/>
          <p:nvPr>
            <p:custDataLst>
              <p:tags r:id="rId25"/>
            </p:custDataLst>
          </p:nvPr>
        </p:nvSpPr>
        <p:spPr>
          <a:xfrm flipH="1">
            <a:off x="4658995" y="3604260"/>
            <a:ext cx="2376805" cy="382905"/>
          </a:xfrm>
          <a:prstGeom prst="curved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文本框 109"/>
          <p:cNvSpPr txBox="1"/>
          <p:nvPr>
            <p:custDataLst>
              <p:tags r:id="rId26"/>
            </p:custDataLst>
          </p:nvPr>
        </p:nvSpPr>
        <p:spPr>
          <a:xfrm>
            <a:off x="4658995" y="2391410"/>
            <a:ext cx="343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92D050"/>
                </a:solidFill>
              </a:rPr>
              <a:t>m</a:t>
            </a:r>
            <a:endParaRPr lang="en-US" altLang="zh-CN">
              <a:solidFill>
                <a:srgbClr val="92D05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6420" y="4516120"/>
            <a:ext cx="89020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on s</a:t>
            </a:r>
            <a:r>
              <a:rPr lang="en-US"/>
              <a:t>trix13</a:t>
            </a:r>
            <a:r>
              <a:rPr lang="zh-CN" altLang="en-US"/>
              <a:t>：</a:t>
            </a:r>
            <a:r>
              <a:rPr lang="en-US" altLang="zh-CN"/>
              <a:t> docker not runnable after 3 iterations -</a:t>
            </a:r>
            <a:r>
              <a:rPr lang="zh-CN" altLang="en-US"/>
              <a:t>》</a:t>
            </a:r>
            <a:r>
              <a:rPr lang="en-US" altLang="zh-CN"/>
              <a:t>claude code's ability to build dockerfile is not strong enough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now</a:t>
            </a:r>
            <a:r>
              <a:rPr lang="zh-CN" altLang="en-US"/>
              <a:t>：</a:t>
            </a:r>
            <a:r>
              <a:rPr lang="en-US" altLang="zh-CN"/>
              <a:t>add a agentless initialization(previously plan B,but surprisingly able to support pass on test)</a:t>
            </a:r>
            <a:endParaRPr lang="en-US" altLang="zh-CN"/>
          </a:p>
          <a:p>
            <a:r>
              <a:rPr lang="en-US" altLang="zh-CN"/>
              <a:t>agentless:from mirror(previous from scratch)</a:t>
            </a:r>
            <a:endParaRPr lang="en-US" altLang="zh-CN"/>
          </a:p>
          <a:p>
            <a:r>
              <a:rPr lang="en-US" altLang="zh-CN"/>
              <a:t>rule based filter and sent to AI(not agent)</a:t>
            </a:r>
            <a:endParaRPr lang="en-US" altLang="zh-CN"/>
          </a:p>
        </p:txBody>
      </p:sp>
      <p:pic>
        <p:nvPicPr>
          <p:cNvPr id="6" name="图片 71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"/>
          <a:srcRect l="13481" r="12457"/>
          <a:stretch>
            <a:fillRect/>
          </a:stretch>
        </p:blipFill>
        <p:spPr>
          <a:xfrm>
            <a:off x="1365250" y="2865755"/>
            <a:ext cx="27559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文本框 77"/>
          <p:cNvSpPr txBox="1"/>
          <p:nvPr>
            <p:custDataLst>
              <p:tags r:id="rId28"/>
            </p:custDataLst>
          </p:nvPr>
        </p:nvSpPr>
        <p:spPr>
          <a:xfrm>
            <a:off x="1141095" y="3328670"/>
            <a:ext cx="1082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agentless</a:t>
            </a:r>
            <a:endParaRPr lang="en-US" altLang="zh-CN" sz="1200"/>
          </a:p>
        </p:txBody>
      </p:sp>
      <p:sp>
        <p:nvSpPr>
          <p:cNvPr id="8" name="Right Arrow 7"/>
          <p:cNvSpPr/>
          <p:nvPr/>
        </p:nvSpPr>
        <p:spPr>
          <a:xfrm>
            <a:off x="1938020" y="2984500"/>
            <a:ext cx="641350" cy="1187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509270" y="2096770"/>
            <a:ext cx="2684145" cy="21215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" name="图片 72"/>
          <p:cNvPicPr/>
          <p:nvPr>
            <p:custDataLst>
              <p:tags r:id="rId29"/>
            </p:custDataLst>
          </p:nvPr>
        </p:nvPicPr>
        <p:blipFill>
          <a:blip r:embed="rId4"/>
        </p:blipFill>
        <p:spPr>
          <a:xfrm>
            <a:off x="2844165" y="2877820"/>
            <a:ext cx="342900" cy="304165"/>
          </a:xfrm>
          <a:prstGeom prst="rect">
            <a:avLst/>
          </a:prstGeom>
        </p:spPr>
      </p:pic>
      <p:sp>
        <p:nvSpPr>
          <p:cNvPr id="11" name="Rectangles 10"/>
          <p:cNvSpPr/>
          <p:nvPr>
            <p:custDataLst>
              <p:tags r:id="rId30"/>
            </p:custDataLst>
          </p:nvPr>
        </p:nvSpPr>
        <p:spPr>
          <a:xfrm>
            <a:off x="4540250" y="3566795"/>
            <a:ext cx="2684145" cy="1050290"/>
          </a:xfrm>
          <a:prstGeom prst="rect">
            <a:avLst/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Multiply 12"/>
          <p:cNvSpPr/>
          <p:nvPr/>
        </p:nvSpPr>
        <p:spPr>
          <a:xfrm>
            <a:off x="5177790" y="3774440"/>
            <a:ext cx="1342390" cy="812165"/>
          </a:xfrm>
          <a:prstGeom prst="mathMultiply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>
            <p:custDataLst>
              <p:tags r:id="rId31"/>
            </p:custDataLst>
          </p:nvPr>
        </p:nvSpPr>
        <p:spPr>
          <a:xfrm>
            <a:off x="7094220" y="1266825"/>
            <a:ext cx="2684145" cy="1050290"/>
          </a:xfrm>
          <a:prstGeom prst="rect">
            <a:avLst/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362825" y="1573530"/>
            <a:ext cx="2377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revise docker and test together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commondata" val="eyJoZGlkIjoiMGQyZmJiNzFlN2MxZDAzZTE4MjIwODZiYmQ0MjA4OT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WPS Writer</Application>
  <PresentationFormat>宽屏</PresentationFormat>
  <Paragraphs>100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Bug</vt:lpstr>
      <vt:lpstr>Opt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2019012683</cp:lastModifiedBy>
  <cp:revision>11</cp:revision>
  <dcterms:created xsi:type="dcterms:W3CDTF">2025-12-16T19:30:43Z</dcterms:created>
  <dcterms:modified xsi:type="dcterms:W3CDTF">2025-12-16T19:30:43Z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1033-6.9.0.8865</vt:lpwstr>
  </property>
  <property fmtid="{D5CDD505-2E9C-101B-9397-08002B2CF9AE}" pid="3" name="ICV">
    <vt:lpwstr>A6AC5143BC60463863B341695D6AF91C_43</vt:lpwstr>
  </property>
</Properties>
</file>