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6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6" r:id="rId3"/>
    <p:sldId id="257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74" userDrawn="1">
          <p15:clr>
            <a:srgbClr val="A4A3A4"/>
          </p15:clr>
        </p15:guide>
        <p15:guide id="2" pos="3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374"/>
        <p:guide pos="39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1.xml"/><Relationship Id="rId10" Type="http://schemas.openxmlformats.org/officeDocument/2006/relationships/customXmlProps" Target="../customXml/itemProps6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tags" Target="../tags/tag3.xml"/><Relationship Id="rId4" Type="http://schemas.openxmlformats.org/officeDocument/2006/relationships/image" Target="../media/image2.jpeg"/><Relationship Id="rId3" Type="http://schemas.openxmlformats.org/officeDocument/2006/relationships/tags" Target="../tags/tag2.xml"/><Relationship Id="rId28" Type="http://schemas.openxmlformats.org/officeDocument/2006/relationships/notesSlide" Target="../notesSlides/notesSlide1.xml"/><Relationship Id="rId27" Type="http://schemas.openxmlformats.org/officeDocument/2006/relationships/slideLayout" Target="../slideLayouts/slideLayout1.xml"/><Relationship Id="rId26" Type="http://schemas.openxmlformats.org/officeDocument/2006/relationships/image" Target="../media/image7.png"/><Relationship Id="rId25" Type="http://schemas.openxmlformats.org/officeDocument/2006/relationships/image" Target="../media/image6.png"/><Relationship Id="rId24" Type="http://schemas.openxmlformats.org/officeDocument/2006/relationships/tags" Target="../tags/tag19.xml"/><Relationship Id="rId23" Type="http://schemas.openxmlformats.org/officeDocument/2006/relationships/image" Target="../media/image5.png"/><Relationship Id="rId22" Type="http://schemas.openxmlformats.org/officeDocument/2006/relationships/tags" Target="../tags/tag18.xml"/><Relationship Id="rId21" Type="http://schemas.openxmlformats.org/officeDocument/2006/relationships/image" Target="../media/image4.png"/><Relationship Id="rId20" Type="http://schemas.openxmlformats.org/officeDocument/2006/relationships/tags" Target="../tags/tag17.xml"/><Relationship Id="rId2" Type="http://schemas.openxmlformats.org/officeDocument/2006/relationships/image" Target="../media/image1.jpeg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2.jpeg"/><Relationship Id="rId64" Type="http://schemas.openxmlformats.org/officeDocument/2006/relationships/slideLayout" Target="../slideLayouts/slideLayout2.xml"/><Relationship Id="rId63" Type="http://schemas.openxmlformats.org/officeDocument/2006/relationships/tags" Target="../tags/tag68.xml"/><Relationship Id="rId62" Type="http://schemas.openxmlformats.org/officeDocument/2006/relationships/tags" Target="../tags/tag67.xml"/><Relationship Id="rId61" Type="http://schemas.openxmlformats.org/officeDocument/2006/relationships/tags" Target="../tags/tag66.xml"/><Relationship Id="rId60" Type="http://schemas.openxmlformats.org/officeDocument/2006/relationships/tags" Target="../tags/tag65.xml"/><Relationship Id="rId6" Type="http://schemas.openxmlformats.org/officeDocument/2006/relationships/tags" Target="../tags/tag24.xml"/><Relationship Id="rId59" Type="http://schemas.openxmlformats.org/officeDocument/2006/relationships/tags" Target="../tags/tag64.xml"/><Relationship Id="rId58" Type="http://schemas.openxmlformats.org/officeDocument/2006/relationships/tags" Target="../tags/tag63.xml"/><Relationship Id="rId57" Type="http://schemas.openxmlformats.org/officeDocument/2006/relationships/tags" Target="../tags/tag62.xml"/><Relationship Id="rId56" Type="http://schemas.openxmlformats.org/officeDocument/2006/relationships/tags" Target="../tags/tag61.xml"/><Relationship Id="rId55" Type="http://schemas.openxmlformats.org/officeDocument/2006/relationships/tags" Target="../tags/tag60.xml"/><Relationship Id="rId54" Type="http://schemas.openxmlformats.org/officeDocument/2006/relationships/tags" Target="../tags/tag59.xml"/><Relationship Id="rId53" Type="http://schemas.openxmlformats.org/officeDocument/2006/relationships/tags" Target="../tags/tag58.xml"/><Relationship Id="rId52" Type="http://schemas.openxmlformats.org/officeDocument/2006/relationships/tags" Target="../tags/tag57.xml"/><Relationship Id="rId51" Type="http://schemas.openxmlformats.org/officeDocument/2006/relationships/tags" Target="../tags/tag56.xml"/><Relationship Id="rId50" Type="http://schemas.openxmlformats.org/officeDocument/2006/relationships/tags" Target="../tags/tag55.xml"/><Relationship Id="rId5" Type="http://schemas.openxmlformats.org/officeDocument/2006/relationships/tags" Target="../tags/tag23.xml"/><Relationship Id="rId49" Type="http://schemas.openxmlformats.org/officeDocument/2006/relationships/tags" Target="../tags/tag54.xml"/><Relationship Id="rId48" Type="http://schemas.openxmlformats.org/officeDocument/2006/relationships/tags" Target="../tags/tag53.xml"/><Relationship Id="rId47" Type="http://schemas.openxmlformats.org/officeDocument/2006/relationships/tags" Target="../tags/tag52.xml"/><Relationship Id="rId46" Type="http://schemas.openxmlformats.org/officeDocument/2006/relationships/tags" Target="../tags/tag51.xml"/><Relationship Id="rId45" Type="http://schemas.openxmlformats.org/officeDocument/2006/relationships/image" Target="../media/image19.png"/><Relationship Id="rId44" Type="http://schemas.openxmlformats.org/officeDocument/2006/relationships/tags" Target="../tags/tag50.xml"/><Relationship Id="rId43" Type="http://schemas.openxmlformats.org/officeDocument/2006/relationships/image" Target="../media/image18.png"/><Relationship Id="rId42" Type="http://schemas.openxmlformats.org/officeDocument/2006/relationships/tags" Target="../tags/tag49.xml"/><Relationship Id="rId41" Type="http://schemas.openxmlformats.org/officeDocument/2006/relationships/tags" Target="../tags/tag48.xml"/><Relationship Id="rId40" Type="http://schemas.openxmlformats.org/officeDocument/2006/relationships/image" Target="../media/image17.png"/><Relationship Id="rId4" Type="http://schemas.openxmlformats.org/officeDocument/2006/relationships/tags" Target="../tags/tag22.xml"/><Relationship Id="rId39" Type="http://schemas.openxmlformats.org/officeDocument/2006/relationships/tags" Target="../tags/tag47.xml"/><Relationship Id="rId38" Type="http://schemas.openxmlformats.org/officeDocument/2006/relationships/tags" Target="../tags/tag46.xml"/><Relationship Id="rId37" Type="http://schemas.openxmlformats.org/officeDocument/2006/relationships/tags" Target="../tags/tag45.xml"/><Relationship Id="rId36" Type="http://schemas.openxmlformats.org/officeDocument/2006/relationships/tags" Target="../tags/tag44.xml"/><Relationship Id="rId35" Type="http://schemas.openxmlformats.org/officeDocument/2006/relationships/tags" Target="../tags/tag43.xml"/><Relationship Id="rId34" Type="http://schemas.openxmlformats.org/officeDocument/2006/relationships/tags" Target="../tags/tag42.xml"/><Relationship Id="rId33" Type="http://schemas.openxmlformats.org/officeDocument/2006/relationships/image" Target="../media/image16.png"/><Relationship Id="rId32" Type="http://schemas.openxmlformats.org/officeDocument/2006/relationships/tags" Target="../tags/tag41.xml"/><Relationship Id="rId31" Type="http://schemas.openxmlformats.org/officeDocument/2006/relationships/image" Target="../media/image15.jpeg"/><Relationship Id="rId30" Type="http://schemas.openxmlformats.org/officeDocument/2006/relationships/tags" Target="../tags/tag40.xml"/><Relationship Id="rId3" Type="http://schemas.openxmlformats.org/officeDocument/2006/relationships/image" Target="../media/image1.jpeg"/><Relationship Id="rId29" Type="http://schemas.openxmlformats.org/officeDocument/2006/relationships/image" Target="../media/image14.png"/><Relationship Id="rId28" Type="http://schemas.openxmlformats.org/officeDocument/2006/relationships/tags" Target="../tags/tag39.xml"/><Relationship Id="rId27" Type="http://schemas.openxmlformats.org/officeDocument/2006/relationships/image" Target="../media/image13.jpeg"/><Relationship Id="rId26" Type="http://schemas.openxmlformats.org/officeDocument/2006/relationships/tags" Target="../tags/tag38.xml"/><Relationship Id="rId25" Type="http://schemas.openxmlformats.org/officeDocument/2006/relationships/image" Target="../media/image12.png"/><Relationship Id="rId24" Type="http://schemas.openxmlformats.org/officeDocument/2006/relationships/tags" Target="../tags/tag37.xml"/><Relationship Id="rId23" Type="http://schemas.openxmlformats.org/officeDocument/2006/relationships/image" Target="../media/image11.png"/><Relationship Id="rId22" Type="http://schemas.openxmlformats.org/officeDocument/2006/relationships/tags" Target="../tags/tag36.xml"/><Relationship Id="rId21" Type="http://schemas.openxmlformats.org/officeDocument/2006/relationships/image" Target="../media/image10.png"/><Relationship Id="rId20" Type="http://schemas.openxmlformats.org/officeDocument/2006/relationships/tags" Target="../tags/tag35.xml"/><Relationship Id="rId2" Type="http://schemas.openxmlformats.org/officeDocument/2006/relationships/tags" Target="../tags/tag21.xml"/><Relationship Id="rId19" Type="http://schemas.openxmlformats.org/officeDocument/2006/relationships/image" Target="../media/image9.png"/><Relationship Id="rId18" Type="http://schemas.openxmlformats.org/officeDocument/2006/relationships/tags" Target="../tags/tag34.xml"/><Relationship Id="rId17" Type="http://schemas.openxmlformats.org/officeDocument/2006/relationships/image" Target="../media/image8.png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37185" y="3917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hallucination of dependenc</a:t>
            </a:r>
            <a:r>
              <a:rPr lang="en-US"/>
              <a:t>y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90220" y="7143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single language checker</a:t>
            </a:r>
            <a:endParaRPr lang="en-US" b="1"/>
          </a:p>
        </p:txBody>
      </p:sp>
      <p:pic>
        <p:nvPicPr>
          <p:cNvPr id="8" name="Picture 7"/>
          <p:cNvPicPr/>
          <p:nvPr>
            <p:custDataLst>
              <p:tags r:id="rId1"/>
            </p:custDataLst>
          </p:nvPr>
        </p:nvPicPr>
        <p:blipFill>
          <a:blip r:embed="rId2"/>
        </p:blipFill>
        <p:spPr>
          <a:xfrm>
            <a:off x="1055370" y="1589405"/>
            <a:ext cx="245745" cy="246380"/>
          </a:xfrm>
          <a:prstGeom prst="rect">
            <a:avLst/>
          </a:prstGeom>
        </p:spPr>
      </p:pic>
      <p:sp>
        <p:nvSpPr>
          <p:cNvPr id="10" name="Rectangles 9"/>
          <p:cNvSpPr/>
          <p:nvPr/>
        </p:nvSpPr>
        <p:spPr>
          <a:xfrm>
            <a:off x="1409700" y="1515110"/>
            <a:ext cx="3220720" cy="2921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bg1"/>
                </a:solidFill>
              </a:rPr>
              <a:t>request: package==version</a:t>
            </a:r>
            <a:endParaRPr lang="en-US" altLang="en-US" b="1">
              <a:solidFill>
                <a:schemeClr val="bg1"/>
              </a:solidFill>
            </a:endParaRPr>
          </a:p>
        </p:txBody>
      </p:sp>
      <p:sp>
        <p:nvSpPr>
          <p:cNvPr id="12" name="Diamond 11"/>
          <p:cNvSpPr/>
          <p:nvPr/>
        </p:nvSpPr>
        <p:spPr>
          <a:xfrm>
            <a:off x="2472690" y="2296160"/>
            <a:ext cx="1095375" cy="547370"/>
          </a:xfrm>
          <a:prstGeom prst="diamond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337185" y="2385695"/>
            <a:ext cx="2135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package </a:t>
            </a:r>
            <a:r>
              <a:rPr lang="en-US"/>
              <a:t>existence</a:t>
            </a:r>
            <a:endParaRPr lang="en-US"/>
          </a:p>
        </p:txBody>
      </p:sp>
      <p:sp>
        <p:nvSpPr>
          <p:cNvPr id="15" name="Left Arrow Callout 14"/>
          <p:cNvSpPr/>
          <p:nvPr/>
        </p:nvSpPr>
        <p:spPr>
          <a:xfrm>
            <a:off x="4674235" y="1515745"/>
            <a:ext cx="2081530" cy="332105"/>
          </a:xfrm>
          <a:prstGeom prst="leftArrow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/>
              <a:t>PYPI</a:t>
            </a:r>
            <a:endParaRPr lang="en-US" b="1"/>
          </a:p>
        </p:txBody>
      </p:sp>
      <p:pic>
        <p:nvPicPr>
          <p:cNvPr id="16" name="Picture 15"/>
          <p:cNvPicPr/>
          <p:nvPr>
            <p:custDataLst>
              <p:tags r:id="rId3"/>
            </p:custDataLst>
          </p:nvPr>
        </p:nvPicPr>
        <p:blipFill>
          <a:blip r:embed="rId4"/>
        </p:blipFill>
        <p:spPr>
          <a:xfrm>
            <a:off x="6799580" y="1515110"/>
            <a:ext cx="414655" cy="367665"/>
          </a:xfrm>
          <a:prstGeom prst="rect">
            <a:avLst/>
          </a:prstGeom>
        </p:spPr>
      </p:pic>
      <p:cxnSp>
        <p:nvCxnSpPr>
          <p:cNvPr id="17" name="Straight Arrow Connector 16"/>
          <p:cNvCxnSpPr>
            <a:stCxn id="10" idx="2"/>
            <a:endCxn id="12" idx="0"/>
          </p:cNvCxnSpPr>
          <p:nvPr/>
        </p:nvCxnSpPr>
        <p:spPr>
          <a:xfrm>
            <a:off x="3020060" y="1807210"/>
            <a:ext cx="635" cy="48895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182745" y="2385695"/>
            <a:ext cx="3467100" cy="419100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>
            <a:off x="3568065" y="2569845"/>
            <a:ext cx="60071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Text Box 20"/>
          <p:cNvSpPr txBox="1"/>
          <p:nvPr/>
        </p:nvSpPr>
        <p:spPr>
          <a:xfrm>
            <a:off x="3653790" y="2210435"/>
            <a:ext cx="704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no</a:t>
            </a:r>
            <a:endParaRPr lang="en-US"/>
          </a:p>
        </p:txBody>
      </p:sp>
      <p:cxnSp>
        <p:nvCxnSpPr>
          <p:cNvPr id="22" name="Straight Arrow Connector 21"/>
          <p:cNvCxnSpPr/>
          <p:nvPr>
            <p:custDataLst>
              <p:tags r:id="rId7"/>
            </p:custDataLst>
          </p:nvPr>
        </p:nvCxnSpPr>
        <p:spPr>
          <a:xfrm>
            <a:off x="3019425" y="2852420"/>
            <a:ext cx="635" cy="48895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Left Bracket 22"/>
          <p:cNvSpPr/>
          <p:nvPr/>
        </p:nvSpPr>
        <p:spPr>
          <a:xfrm rot="5400000">
            <a:off x="2630170" y="1649095"/>
            <a:ext cx="205105" cy="3642360"/>
          </a:xfrm>
          <a:prstGeom prst="leftBracke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911860" y="37064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1.dependency tree (recursively)</a:t>
            </a:r>
            <a:endParaRPr lang="en-US"/>
          </a:p>
          <a:p>
            <a:r>
              <a:rPr lang="en-US" altLang="zh-CN"/>
              <a:t>2.latest </a:t>
            </a:r>
            <a:r>
              <a:rPr lang="en-US" altLang="zh-CN"/>
              <a:t>m versions</a:t>
            </a:r>
            <a:endParaRPr lang="en-US" altLang="zh-CN"/>
          </a:p>
          <a:p>
            <a:r>
              <a:rPr lang="en-US" altLang="zh-CN"/>
              <a:t>3.nearest </a:t>
            </a:r>
            <a:r>
              <a:rPr lang="en-US" altLang="zh-CN"/>
              <a:t>n versions</a:t>
            </a:r>
            <a:endParaRPr lang="en-US" altLang="zh-CN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7807960" y="3049270"/>
            <a:ext cx="0" cy="144462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>
            <p:custDataLst>
              <p:tags r:id="rId8"/>
            </p:custDataLst>
          </p:nvPr>
        </p:nvCxnSpPr>
        <p:spPr>
          <a:xfrm>
            <a:off x="7807960" y="4472305"/>
            <a:ext cx="185737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>
            <p:custDataLst>
              <p:tags r:id="rId9"/>
            </p:custDataLst>
          </p:nvPr>
        </p:nvCxnSpPr>
        <p:spPr>
          <a:xfrm flipH="1">
            <a:off x="7214235" y="4468495"/>
            <a:ext cx="593725" cy="40513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9573260" y="3233420"/>
            <a:ext cx="4347210" cy="336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v0</a:t>
            </a:r>
            <a:r>
              <a:rPr lang="zh-CN" altLang="en-US"/>
              <a:t>：</a:t>
            </a:r>
            <a:r>
              <a:rPr lang="en-US"/>
              <a:t> package==x’.y’.z’</a:t>
            </a:r>
            <a:endParaRPr lang="en-US"/>
          </a:p>
        </p:txBody>
      </p:sp>
      <p:sp>
        <p:nvSpPr>
          <p:cNvPr id="29" name="Text Box 28"/>
          <p:cNvSpPr txBox="1"/>
          <p:nvPr/>
        </p:nvSpPr>
        <p:spPr>
          <a:xfrm>
            <a:off x="9761220" y="42602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x</a:t>
            </a:r>
            <a:endParaRPr lang="en-US"/>
          </a:p>
        </p:txBody>
      </p:sp>
      <p:sp>
        <p:nvSpPr>
          <p:cNvPr id="30" name="Text Box 29"/>
          <p:cNvSpPr txBox="1"/>
          <p:nvPr/>
        </p:nvSpPr>
        <p:spPr>
          <a:xfrm>
            <a:off x="6814185" y="4625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y</a:t>
            </a:r>
            <a:endParaRPr lang="en-US"/>
          </a:p>
        </p:txBody>
      </p:sp>
      <p:sp>
        <p:nvSpPr>
          <p:cNvPr id="31" name="Text Box 30"/>
          <p:cNvSpPr txBox="1"/>
          <p:nvPr/>
        </p:nvSpPr>
        <p:spPr>
          <a:xfrm>
            <a:off x="7937500" y="28047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z</a:t>
            </a:r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662670" y="3770630"/>
            <a:ext cx="75565" cy="75565"/>
          </a:xfrm>
          <a:prstGeom prst="ellipse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Oval 32"/>
          <p:cNvSpPr/>
          <p:nvPr>
            <p:custDataLst>
              <p:tags r:id="rId10"/>
            </p:custDataLst>
          </p:nvPr>
        </p:nvSpPr>
        <p:spPr>
          <a:xfrm>
            <a:off x="8349615" y="3497580"/>
            <a:ext cx="75565" cy="75565"/>
          </a:xfrm>
          <a:prstGeom prst="ellipse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≈ç</a:t>
            </a:r>
            <a:endParaRPr lang="en-US"/>
          </a:p>
        </p:txBody>
      </p:sp>
      <p:sp>
        <p:nvSpPr>
          <p:cNvPr id="34" name="Oval 33"/>
          <p:cNvSpPr/>
          <p:nvPr>
            <p:custDataLst>
              <p:tags r:id="rId11"/>
            </p:custDataLst>
          </p:nvPr>
        </p:nvSpPr>
        <p:spPr>
          <a:xfrm>
            <a:off x="8401050" y="3861435"/>
            <a:ext cx="75565" cy="75565"/>
          </a:xfrm>
          <a:prstGeom prst="ellipse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Oval 34"/>
          <p:cNvSpPr/>
          <p:nvPr>
            <p:custDataLst>
              <p:tags r:id="rId12"/>
            </p:custDataLst>
          </p:nvPr>
        </p:nvSpPr>
        <p:spPr>
          <a:xfrm>
            <a:off x="8865235" y="3573145"/>
            <a:ext cx="75565" cy="75565"/>
          </a:xfrm>
          <a:prstGeom prst="ellipse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6" name="Straight Arrow Connector 35"/>
          <p:cNvCxnSpPr>
            <a:endCxn id="32" idx="3"/>
          </p:cNvCxnSpPr>
          <p:nvPr>
            <p:custDataLst>
              <p:tags r:id="rId13"/>
            </p:custDataLst>
          </p:nvPr>
        </p:nvCxnSpPr>
        <p:spPr>
          <a:xfrm flipV="1">
            <a:off x="8476615" y="3835400"/>
            <a:ext cx="196850" cy="6159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32" idx="1"/>
          </p:cNvCxnSpPr>
          <p:nvPr>
            <p:custDataLst>
              <p:tags r:id="rId14"/>
            </p:custDataLst>
          </p:nvPr>
        </p:nvCxnSpPr>
        <p:spPr>
          <a:xfrm>
            <a:off x="8425180" y="3531235"/>
            <a:ext cx="248285" cy="25019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32" idx="7"/>
          </p:cNvCxnSpPr>
          <p:nvPr>
            <p:custDataLst>
              <p:tags r:id="rId15"/>
            </p:custDataLst>
          </p:nvPr>
        </p:nvCxnSpPr>
        <p:spPr>
          <a:xfrm flipH="1">
            <a:off x="8727440" y="3616325"/>
            <a:ext cx="137795" cy="16510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Text Box 39"/>
          <p:cNvSpPr txBox="1"/>
          <p:nvPr/>
        </p:nvSpPr>
        <p:spPr>
          <a:xfrm>
            <a:off x="8681720" y="3769995"/>
            <a:ext cx="406400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600">
                <a:sym typeface="+mn-ea"/>
              </a:rPr>
              <a:t>x’.y’.z’</a:t>
            </a:r>
            <a:endParaRPr lang="en-US" sz="600">
              <a:sym typeface="+mn-ea"/>
            </a:endParaRPr>
          </a:p>
        </p:txBody>
      </p:sp>
      <p:sp>
        <p:nvSpPr>
          <p:cNvPr id="42" name="Oval 41"/>
          <p:cNvSpPr/>
          <p:nvPr>
            <p:custDataLst>
              <p:tags r:id="rId16"/>
            </p:custDataLst>
          </p:nvPr>
        </p:nvSpPr>
        <p:spPr>
          <a:xfrm>
            <a:off x="7975600" y="3292475"/>
            <a:ext cx="75565" cy="755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3" name="Oval 42"/>
          <p:cNvSpPr/>
          <p:nvPr>
            <p:custDataLst>
              <p:tags r:id="rId17"/>
            </p:custDataLst>
          </p:nvPr>
        </p:nvSpPr>
        <p:spPr>
          <a:xfrm>
            <a:off x="7975600" y="4184650"/>
            <a:ext cx="75565" cy="755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4" name="Oval 43"/>
          <p:cNvSpPr/>
          <p:nvPr>
            <p:custDataLst>
              <p:tags r:id="rId18"/>
            </p:custDataLst>
          </p:nvPr>
        </p:nvSpPr>
        <p:spPr>
          <a:xfrm>
            <a:off x="9424670" y="3422650"/>
            <a:ext cx="75565" cy="755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5" name="Oval 44"/>
          <p:cNvSpPr/>
          <p:nvPr>
            <p:custDataLst>
              <p:tags r:id="rId19"/>
            </p:custDataLst>
          </p:nvPr>
        </p:nvSpPr>
        <p:spPr>
          <a:xfrm>
            <a:off x="9068435" y="4202430"/>
            <a:ext cx="75565" cy="755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47" name="Picture 46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717550" y="5358765"/>
            <a:ext cx="10756900" cy="1384300"/>
          </a:xfrm>
          <a:prstGeom prst="rect">
            <a:avLst/>
          </a:prstGeom>
        </p:spPr>
      </p:pic>
      <p:sp>
        <p:nvSpPr>
          <p:cNvPr id="48" name="Parallelogram 47"/>
          <p:cNvSpPr/>
          <p:nvPr/>
        </p:nvSpPr>
        <p:spPr>
          <a:xfrm rot="19500000">
            <a:off x="6912610" y="3543300"/>
            <a:ext cx="1902460" cy="1116965"/>
          </a:xfrm>
          <a:prstGeom prst="parallelogram">
            <a:avLst>
              <a:gd name="adj" fmla="val 70237"/>
            </a:avLst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9" name="Parallelogram 48"/>
          <p:cNvSpPr/>
          <p:nvPr>
            <p:custDataLst>
              <p:tags r:id="rId22"/>
            </p:custDataLst>
          </p:nvPr>
        </p:nvSpPr>
        <p:spPr>
          <a:xfrm rot="19500000">
            <a:off x="7665085" y="3571240"/>
            <a:ext cx="2143125" cy="1147445"/>
          </a:xfrm>
          <a:prstGeom prst="parallelogram">
            <a:avLst>
              <a:gd name="adj" fmla="val 70237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53" name="334E55B0-647D-440b-865C-3EC943EB4CBC-1" descr="wpsoffic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49615" y="4336415"/>
            <a:ext cx="154940" cy="116840"/>
          </a:xfrm>
          <a:prstGeom prst="rect">
            <a:avLst/>
          </a:prstGeom>
        </p:spPr>
      </p:pic>
      <p:pic>
        <p:nvPicPr>
          <p:cNvPr id="55" name="334E55B0-647D-440b-865C-3EC943EB4CBC-2" descr="/Users/eamin/Library/Containers/com.kingsoft.wpsoffice.mac/Data/tmp/wpsoffice.RENzOiwpsoffice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9345295" y="4337050"/>
            <a:ext cx="311785" cy="102235"/>
          </a:xfrm>
          <a:prstGeom prst="rect">
            <a:avLst/>
          </a:prstGeom>
        </p:spPr>
      </p:pic>
      <p:pic>
        <p:nvPicPr>
          <p:cNvPr id="56" name="334E55B0-647D-440b-865C-3EC943EB4CBC-3" descr="/Users/eamin/Library/Containers/com.kingsoft.wpsoffice.mac/Data/tmp/wpsoffice.SxteOkwpsoffice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1860" y="4717098"/>
            <a:ext cx="4679950" cy="415290"/>
          </a:xfrm>
          <a:prstGeom prst="rect">
            <a:avLst/>
          </a:prstGeom>
        </p:spPr>
      </p:pic>
      <p:sp>
        <p:nvSpPr>
          <p:cNvPr id="58" name="Text Box 57"/>
          <p:cNvSpPr txBox="1"/>
          <p:nvPr/>
        </p:nvSpPr>
        <p:spPr>
          <a:xfrm>
            <a:off x="3020695" y="1847850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（</a:t>
            </a:r>
            <a:r>
              <a:rPr lang="en-US" altLang="zh-CN" sz="1000"/>
              <a:t>parser</a:t>
            </a:r>
            <a:r>
              <a:rPr lang="zh-CN" altLang="en-US" sz="1000"/>
              <a:t>）</a:t>
            </a:r>
            <a:endParaRPr lang="zh-CN" alt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490220" y="3276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multi language checker</a:t>
            </a:r>
            <a:endParaRPr lang="en-US" b="1"/>
          </a:p>
        </p:txBody>
      </p:sp>
      <p:pic>
        <p:nvPicPr>
          <p:cNvPr id="8" name="Picture 7"/>
          <p:cNvPicPr/>
          <p:nvPr>
            <p:custDataLst>
              <p:tags r:id="rId2"/>
            </p:custDataLst>
          </p:nvPr>
        </p:nvPicPr>
        <p:blipFill>
          <a:blip r:embed="rId3"/>
        </p:blipFill>
        <p:spPr>
          <a:xfrm>
            <a:off x="2338705" y="1088390"/>
            <a:ext cx="245745" cy="246380"/>
          </a:xfrm>
          <a:prstGeom prst="rect">
            <a:avLst/>
          </a:prstGeom>
        </p:spPr>
      </p:pic>
      <p:sp>
        <p:nvSpPr>
          <p:cNvPr id="10" name="Rectangles 9"/>
          <p:cNvSpPr/>
          <p:nvPr>
            <p:custDataLst>
              <p:tags r:id="rId4"/>
            </p:custDataLst>
          </p:nvPr>
        </p:nvSpPr>
        <p:spPr>
          <a:xfrm>
            <a:off x="2644775" y="1042670"/>
            <a:ext cx="3493770" cy="2921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bg1"/>
                </a:solidFill>
              </a:rPr>
              <a:t>python: pandas==1.1.1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5" name="Left Arrow Callout 14"/>
          <p:cNvSpPr/>
          <p:nvPr>
            <p:custDataLst>
              <p:tags r:id="rId5"/>
            </p:custDataLst>
          </p:nvPr>
        </p:nvSpPr>
        <p:spPr>
          <a:xfrm>
            <a:off x="6182360" y="1043305"/>
            <a:ext cx="2081530" cy="332105"/>
          </a:xfrm>
          <a:prstGeom prst="leftArrow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/>
              <a:t>PYPI</a:t>
            </a:r>
            <a:endParaRPr lang="en-US" b="1"/>
          </a:p>
        </p:txBody>
      </p:sp>
      <p:pic>
        <p:nvPicPr>
          <p:cNvPr id="16" name="Picture 15"/>
          <p:cNvPicPr/>
          <p:nvPr>
            <p:custDataLst>
              <p:tags r:id="rId6"/>
            </p:custDataLst>
          </p:nvPr>
        </p:nvPicPr>
        <p:blipFill>
          <a:blip r:embed="rId7"/>
        </p:blipFill>
        <p:spPr>
          <a:xfrm>
            <a:off x="8307705" y="1042670"/>
            <a:ext cx="414655" cy="367665"/>
          </a:xfrm>
          <a:prstGeom prst="rect">
            <a:avLst/>
          </a:prstGeom>
        </p:spPr>
      </p:pic>
      <p:sp>
        <p:nvSpPr>
          <p:cNvPr id="31" name="Rectangles 30"/>
          <p:cNvSpPr/>
          <p:nvPr>
            <p:custDataLst>
              <p:tags r:id="rId8"/>
            </p:custDataLst>
          </p:nvPr>
        </p:nvSpPr>
        <p:spPr>
          <a:xfrm>
            <a:off x="2663190" y="1502410"/>
            <a:ext cx="3493770" cy="2921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bg1"/>
                </a:solidFill>
              </a:rPr>
              <a:t>Go:k8s.io/kubernetes@v1.27.1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32" name="Left Arrow Callout 31"/>
          <p:cNvSpPr/>
          <p:nvPr>
            <p:custDataLst>
              <p:tags r:id="rId9"/>
            </p:custDataLst>
          </p:nvPr>
        </p:nvSpPr>
        <p:spPr>
          <a:xfrm>
            <a:off x="6200775" y="1503045"/>
            <a:ext cx="2081530" cy="332105"/>
          </a:xfrm>
          <a:prstGeom prst="leftArrowCallout">
            <a:avLst/>
          </a:prstGeom>
          <a:solidFill>
            <a:schemeClr val="accent5"/>
          </a:solidFill>
          <a:ln>
            <a:solidFill>
              <a:srgbClr val="20202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/>
              <a:t>Go Proxy </a:t>
            </a:r>
            <a:endParaRPr lang="en-US" b="1"/>
          </a:p>
        </p:txBody>
      </p:sp>
      <p:sp>
        <p:nvSpPr>
          <p:cNvPr id="39" name="Rectangles 38"/>
          <p:cNvSpPr/>
          <p:nvPr>
            <p:custDataLst>
              <p:tags r:id="rId10"/>
            </p:custDataLst>
          </p:nvPr>
        </p:nvSpPr>
        <p:spPr>
          <a:xfrm>
            <a:off x="2663190" y="1938655"/>
            <a:ext cx="3493770" cy="292100"/>
          </a:xfrm>
          <a:prstGeom prst="rect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bg1"/>
                </a:solidFill>
              </a:rPr>
              <a:t>Rust:tokio==1.28.0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40" name="Left Arrow Callout 39"/>
          <p:cNvSpPr/>
          <p:nvPr>
            <p:custDataLst>
              <p:tags r:id="rId11"/>
            </p:custDataLst>
          </p:nvPr>
        </p:nvSpPr>
        <p:spPr>
          <a:xfrm>
            <a:off x="6200775" y="1939290"/>
            <a:ext cx="2081530" cy="332105"/>
          </a:xfrm>
          <a:prstGeom prst="leftArrowCallout">
            <a:avLst/>
          </a:prstGeom>
          <a:solidFill>
            <a:schemeClr val="accent2"/>
          </a:solidFill>
          <a:ln w="12700" cap="flat" cmpd="sng">
            <a:solidFill>
              <a:srgbClr val="20202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/>
              <a:t> crates.io </a:t>
            </a:r>
            <a:endParaRPr lang="en-US" b="1"/>
          </a:p>
        </p:txBody>
      </p:sp>
      <p:sp>
        <p:nvSpPr>
          <p:cNvPr id="43" name="Rectangles 42"/>
          <p:cNvSpPr/>
          <p:nvPr>
            <p:custDataLst>
              <p:tags r:id="rId12"/>
            </p:custDataLst>
          </p:nvPr>
        </p:nvSpPr>
        <p:spPr>
          <a:xfrm>
            <a:off x="2673985" y="2375535"/>
            <a:ext cx="3472815" cy="2921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 b="1">
                <a:solidFill>
                  <a:schemeClr val="bg1"/>
                </a:solidFill>
              </a:rPr>
              <a:t>Java:org.apache.hadoop:hadoop-common:3.3.6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44" name="Left Arrow Callout 43"/>
          <p:cNvSpPr/>
          <p:nvPr>
            <p:custDataLst>
              <p:tags r:id="rId13"/>
            </p:custDataLst>
          </p:nvPr>
        </p:nvSpPr>
        <p:spPr>
          <a:xfrm>
            <a:off x="6190615" y="2376170"/>
            <a:ext cx="2081530" cy="332105"/>
          </a:xfrm>
          <a:prstGeom prst="leftArrowCallou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/>
              <a:t>Maven</a:t>
            </a:r>
            <a:endParaRPr lang="en-US" b="1"/>
          </a:p>
        </p:txBody>
      </p:sp>
      <p:sp>
        <p:nvSpPr>
          <p:cNvPr id="47" name="Rectangles 46"/>
          <p:cNvSpPr/>
          <p:nvPr>
            <p:custDataLst>
              <p:tags r:id="rId14"/>
            </p:custDataLst>
          </p:nvPr>
        </p:nvSpPr>
        <p:spPr>
          <a:xfrm>
            <a:off x="2684145" y="2835275"/>
            <a:ext cx="3472815" cy="2921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bg1"/>
                </a:solidFill>
              </a:rPr>
              <a:t>C/C++:fmt==10.0.0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48" name="Left Arrow Callout 47"/>
          <p:cNvSpPr/>
          <p:nvPr>
            <p:custDataLst>
              <p:tags r:id="rId15"/>
            </p:custDataLst>
          </p:nvPr>
        </p:nvSpPr>
        <p:spPr>
          <a:xfrm>
            <a:off x="6200775" y="2835910"/>
            <a:ext cx="2081530" cy="332105"/>
          </a:xfrm>
          <a:prstGeom prst="leftArrowCallout">
            <a:avLst/>
          </a:prstGeom>
          <a:solidFill>
            <a:schemeClr val="accent1">
              <a:lumMod val="75000"/>
            </a:schemeClr>
          </a:solidFill>
          <a:ln>
            <a:solidFill>
              <a:srgbClr val="20202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/>
              <a:t>vcpkg</a:t>
            </a:r>
            <a:endParaRPr lang="en-US" b="1"/>
          </a:p>
        </p:txBody>
      </p:sp>
      <p:pic>
        <p:nvPicPr>
          <p:cNvPr id="51" name="Picture 50"/>
          <p:cNvPicPr/>
          <p:nvPr>
            <p:custDataLst>
              <p:tags r:id="rId16"/>
            </p:custDataLst>
          </p:nvPr>
        </p:nvPicPr>
        <p:blipFill>
          <a:blip r:embed="rId17"/>
        </p:blipFill>
        <p:spPr>
          <a:xfrm>
            <a:off x="2338705" y="1548765"/>
            <a:ext cx="245110" cy="245745"/>
          </a:xfrm>
          <a:prstGeom prst="rect">
            <a:avLst/>
          </a:prstGeom>
        </p:spPr>
      </p:pic>
      <p:pic>
        <p:nvPicPr>
          <p:cNvPr id="52" name="Picture 51"/>
          <p:cNvPicPr/>
          <p:nvPr>
            <p:custDataLst>
              <p:tags r:id="rId18"/>
            </p:custDataLst>
          </p:nvPr>
        </p:nvPicPr>
        <p:blipFill>
          <a:blip r:embed="rId19"/>
        </p:blipFill>
        <p:spPr>
          <a:xfrm>
            <a:off x="2344420" y="1942465"/>
            <a:ext cx="240030" cy="245745"/>
          </a:xfrm>
          <a:prstGeom prst="rect">
            <a:avLst/>
          </a:prstGeom>
        </p:spPr>
      </p:pic>
      <p:pic>
        <p:nvPicPr>
          <p:cNvPr id="53" name="Picture 52"/>
          <p:cNvPicPr/>
          <p:nvPr>
            <p:custDataLst>
              <p:tags r:id="rId20"/>
            </p:custDataLst>
          </p:nvPr>
        </p:nvPicPr>
        <p:blipFill>
          <a:blip r:embed="rId21"/>
        </p:blipFill>
        <p:spPr>
          <a:xfrm>
            <a:off x="2354580" y="2374900"/>
            <a:ext cx="245745" cy="245745"/>
          </a:xfrm>
          <a:prstGeom prst="rect">
            <a:avLst/>
          </a:prstGeom>
        </p:spPr>
      </p:pic>
      <p:pic>
        <p:nvPicPr>
          <p:cNvPr id="54" name="Picture 53"/>
          <p:cNvPicPr/>
          <p:nvPr>
            <p:custDataLst>
              <p:tags r:id="rId22"/>
            </p:custDataLst>
          </p:nvPr>
        </p:nvPicPr>
        <p:blipFill>
          <a:blip r:embed="rId23"/>
        </p:blipFill>
        <p:spPr>
          <a:xfrm>
            <a:off x="2343150" y="2830195"/>
            <a:ext cx="245110" cy="292100"/>
          </a:xfrm>
          <a:prstGeom prst="rect">
            <a:avLst/>
          </a:prstGeom>
        </p:spPr>
      </p:pic>
      <p:pic>
        <p:nvPicPr>
          <p:cNvPr id="55" name="Picture 54"/>
          <p:cNvPicPr/>
          <p:nvPr>
            <p:custDataLst>
              <p:tags r:id="rId24"/>
            </p:custDataLst>
          </p:nvPr>
        </p:nvPicPr>
        <p:blipFill>
          <a:blip r:embed="rId25"/>
          <a:srcRect t="34227" b="35017"/>
        </p:blipFill>
        <p:spPr>
          <a:xfrm>
            <a:off x="8364220" y="1502410"/>
            <a:ext cx="570865" cy="332105"/>
          </a:xfrm>
          <a:prstGeom prst="rect">
            <a:avLst/>
          </a:prstGeom>
        </p:spPr>
      </p:pic>
      <p:pic>
        <p:nvPicPr>
          <p:cNvPr id="56" name="Picture 55"/>
          <p:cNvPicPr/>
          <p:nvPr>
            <p:custDataLst>
              <p:tags r:id="rId26"/>
            </p:custDataLst>
          </p:nvPr>
        </p:nvPicPr>
        <p:blipFill>
          <a:blip r:embed="rId27"/>
        </p:blipFill>
        <p:spPr>
          <a:xfrm>
            <a:off x="8364220" y="1926590"/>
            <a:ext cx="373380" cy="311785"/>
          </a:xfrm>
          <a:prstGeom prst="rect">
            <a:avLst/>
          </a:prstGeom>
        </p:spPr>
      </p:pic>
      <p:pic>
        <p:nvPicPr>
          <p:cNvPr id="57" name="Picture 56"/>
          <p:cNvPicPr/>
          <p:nvPr>
            <p:custDataLst>
              <p:tags r:id="rId28"/>
            </p:custDataLst>
          </p:nvPr>
        </p:nvPicPr>
        <p:blipFill>
          <a:blip r:embed="rId29"/>
        </p:blipFill>
        <p:spPr>
          <a:xfrm>
            <a:off x="8411210" y="2376170"/>
            <a:ext cx="329565" cy="368300"/>
          </a:xfrm>
          <a:prstGeom prst="rect">
            <a:avLst/>
          </a:prstGeom>
        </p:spPr>
      </p:pic>
      <p:pic>
        <p:nvPicPr>
          <p:cNvPr id="58" name="Picture 57"/>
          <p:cNvPicPr/>
          <p:nvPr>
            <p:custDataLst>
              <p:tags r:id="rId30"/>
            </p:custDataLst>
          </p:nvPr>
        </p:nvPicPr>
        <p:blipFill>
          <a:blip r:embed="rId31"/>
        </p:blipFill>
        <p:spPr>
          <a:xfrm>
            <a:off x="8364220" y="2838450"/>
            <a:ext cx="443230" cy="332105"/>
          </a:xfrm>
          <a:prstGeom prst="rect">
            <a:avLst/>
          </a:prstGeom>
        </p:spPr>
      </p:pic>
      <p:pic>
        <p:nvPicPr>
          <p:cNvPr id="60" name="Picture 59"/>
          <p:cNvPicPr/>
          <p:nvPr>
            <p:custDataLst>
              <p:tags r:id="rId32"/>
            </p:custDataLst>
          </p:nvPr>
        </p:nvPicPr>
        <p:blipFill>
          <a:blip r:embed="rId33"/>
        </p:blipFill>
        <p:spPr>
          <a:xfrm>
            <a:off x="1377950" y="1938655"/>
            <a:ext cx="442595" cy="449580"/>
          </a:xfrm>
          <a:prstGeom prst="rect">
            <a:avLst/>
          </a:prstGeom>
        </p:spPr>
      </p:pic>
      <p:sp>
        <p:nvSpPr>
          <p:cNvPr id="62" name="Right Arrow Callout 61"/>
          <p:cNvSpPr/>
          <p:nvPr/>
        </p:nvSpPr>
        <p:spPr>
          <a:xfrm>
            <a:off x="69215" y="1779270"/>
            <a:ext cx="1149985" cy="803910"/>
          </a:xfrm>
          <a:prstGeom prst="rightArrow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3" name="Text Box 62"/>
          <p:cNvSpPr txBox="1"/>
          <p:nvPr/>
        </p:nvSpPr>
        <p:spPr>
          <a:xfrm>
            <a:off x="0" y="1977390"/>
            <a:ext cx="8947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dependency </a:t>
            </a:r>
            <a:endParaRPr lang="en-US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</a:rPr>
              <a:t>request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4" name="Text Box 63"/>
          <p:cNvSpPr txBox="1"/>
          <p:nvPr/>
        </p:nvSpPr>
        <p:spPr>
          <a:xfrm>
            <a:off x="1219200" y="2459355"/>
            <a:ext cx="822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/>
              <a:t>language</a:t>
            </a:r>
            <a:endParaRPr lang="en-US" sz="1200"/>
          </a:p>
          <a:p>
            <a:r>
              <a:rPr lang="en-US" sz="1200"/>
              <a:t>router</a:t>
            </a:r>
            <a:endParaRPr lang="en-US" sz="1200"/>
          </a:p>
        </p:txBody>
      </p:sp>
      <p:sp>
        <p:nvSpPr>
          <p:cNvPr id="65" name="Left Brace 64"/>
          <p:cNvSpPr/>
          <p:nvPr/>
        </p:nvSpPr>
        <p:spPr>
          <a:xfrm>
            <a:off x="1950720" y="1170305"/>
            <a:ext cx="263525" cy="1836420"/>
          </a:xfrm>
          <a:prstGeom prst="leftBrace">
            <a:avLst>
              <a:gd name="adj1" fmla="val 89915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6" name="Left Brace 65"/>
          <p:cNvSpPr/>
          <p:nvPr>
            <p:custDataLst>
              <p:tags r:id="rId34"/>
            </p:custDataLst>
          </p:nvPr>
        </p:nvSpPr>
        <p:spPr>
          <a:xfrm rot="10800000">
            <a:off x="8888730" y="1151890"/>
            <a:ext cx="263525" cy="1836420"/>
          </a:xfrm>
          <a:prstGeom prst="leftBrace">
            <a:avLst>
              <a:gd name="adj1" fmla="val 89915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8" name="Rectangles 67"/>
          <p:cNvSpPr/>
          <p:nvPr/>
        </p:nvSpPr>
        <p:spPr>
          <a:xfrm>
            <a:off x="10876280" y="1978660"/>
            <a:ext cx="1287145" cy="6273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ym typeface="+mn-ea"/>
              </a:rPr>
              <a:t>package correction</a:t>
            </a:r>
            <a:endParaRPr lang="en-US" sz="1400"/>
          </a:p>
        </p:txBody>
      </p:sp>
      <p:sp>
        <p:nvSpPr>
          <p:cNvPr id="73" name="Rectangles 72"/>
          <p:cNvSpPr/>
          <p:nvPr>
            <p:custDataLst>
              <p:tags r:id="rId35"/>
            </p:custDataLst>
          </p:nvPr>
        </p:nvSpPr>
        <p:spPr>
          <a:xfrm>
            <a:off x="9233535" y="1682115"/>
            <a:ext cx="1149985" cy="8515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ym typeface="+mn-ea"/>
              </a:rPr>
              <a:t>single language checker</a:t>
            </a:r>
            <a:endParaRPr lang="en-US" sz="1400" b="1">
              <a:sym typeface="+mn-ea"/>
            </a:endParaRPr>
          </a:p>
        </p:txBody>
      </p:sp>
      <p:sp>
        <p:nvSpPr>
          <p:cNvPr id="74" name="Rectangles 73"/>
          <p:cNvSpPr/>
          <p:nvPr>
            <p:custDataLst>
              <p:tags r:id="rId36"/>
            </p:custDataLst>
          </p:nvPr>
        </p:nvSpPr>
        <p:spPr>
          <a:xfrm>
            <a:off x="10876280" y="1184275"/>
            <a:ext cx="1287145" cy="6273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/>
              <a:t>dependency tree</a:t>
            </a:r>
            <a:endParaRPr lang="en-US" sz="1400"/>
          </a:p>
        </p:txBody>
      </p:sp>
      <p:sp>
        <p:nvSpPr>
          <p:cNvPr id="77" name="Rectangles 76"/>
          <p:cNvSpPr/>
          <p:nvPr>
            <p:custDataLst>
              <p:tags r:id="rId37"/>
            </p:custDataLst>
          </p:nvPr>
        </p:nvSpPr>
        <p:spPr>
          <a:xfrm>
            <a:off x="10876280" y="2744470"/>
            <a:ext cx="1287145" cy="6273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ym typeface="+mn-ea"/>
              </a:rPr>
              <a:t>version correction</a:t>
            </a:r>
            <a:endParaRPr lang="en-US" sz="1400"/>
          </a:p>
        </p:txBody>
      </p:sp>
      <p:sp>
        <p:nvSpPr>
          <p:cNvPr id="78" name="Left Brace 77"/>
          <p:cNvSpPr/>
          <p:nvPr>
            <p:custDataLst>
              <p:tags r:id="rId38"/>
            </p:custDataLst>
          </p:nvPr>
        </p:nvSpPr>
        <p:spPr>
          <a:xfrm>
            <a:off x="10498455" y="1331595"/>
            <a:ext cx="263525" cy="1836420"/>
          </a:xfrm>
          <a:prstGeom prst="leftBrace">
            <a:avLst>
              <a:gd name="adj1" fmla="val 89915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79" name="Picture 78"/>
          <p:cNvPicPr/>
          <p:nvPr>
            <p:custDataLst>
              <p:tags r:id="rId39"/>
            </p:custDataLst>
          </p:nvPr>
        </p:nvPicPr>
        <p:blipFill>
          <a:blip r:embed="rId40"/>
          <a:srcRect l="22753" t="12963" r="21634" b="5761"/>
        </p:blipFill>
        <p:spPr>
          <a:xfrm>
            <a:off x="394970" y="4123055"/>
            <a:ext cx="894080" cy="729615"/>
          </a:xfrm>
          <a:prstGeom prst="rect">
            <a:avLst/>
          </a:prstGeom>
        </p:spPr>
      </p:pic>
      <p:sp>
        <p:nvSpPr>
          <p:cNvPr id="80" name="Text Box 79"/>
          <p:cNvSpPr txBox="1"/>
          <p:nvPr>
            <p:custDataLst>
              <p:tags r:id="rId41"/>
            </p:custDataLst>
          </p:nvPr>
        </p:nvSpPr>
        <p:spPr>
          <a:xfrm>
            <a:off x="192405" y="4924425"/>
            <a:ext cx="14852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/>
              <a:t>dockerfil</a:t>
            </a:r>
            <a:r>
              <a:rPr lang="en-US" sz="1200"/>
              <a:t>e</a:t>
            </a:r>
            <a:endParaRPr lang="en-US" sz="1200"/>
          </a:p>
          <a:p>
            <a:r>
              <a:rPr lang="en-US" sz="1200"/>
              <a:t>with potential</a:t>
            </a:r>
            <a:endParaRPr lang="en-US" sz="1200"/>
          </a:p>
          <a:p>
            <a:r>
              <a:rPr lang="en-US" sz="1200">
                <a:sym typeface="+mn-ea"/>
              </a:rPr>
              <a:t>hallucination</a:t>
            </a:r>
            <a:endParaRPr lang="en-US" sz="1200">
              <a:sym typeface="+mn-ea"/>
            </a:endParaRPr>
          </a:p>
          <a:p>
            <a:r>
              <a:rPr lang="en-US" sz="1200"/>
              <a:t>on dependencies</a:t>
            </a:r>
            <a:endParaRPr lang="en-US" sz="1200"/>
          </a:p>
          <a:p>
            <a:endParaRPr lang="en-US" sz="1200"/>
          </a:p>
        </p:txBody>
      </p:sp>
      <p:sp>
        <p:nvSpPr>
          <p:cNvPr id="81" name="Right Arrow Callout 80"/>
          <p:cNvSpPr/>
          <p:nvPr/>
        </p:nvSpPr>
        <p:spPr>
          <a:xfrm>
            <a:off x="1447165" y="4924425"/>
            <a:ext cx="1071880" cy="243205"/>
          </a:xfrm>
          <a:prstGeom prst="rightArrowCallout">
            <a:avLst>
              <a:gd name="adj1" fmla="val 39880"/>
              <a:gd name="adj2" fmla="val 41666"/>
              <a:gd name="adj3" fmla="val 74404"/>
              <a:gd name="adj4" fmla="val 1555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83" name="Picture 82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1541145" y="4373880"/>
            <a:ext cx="501015" cy="550545"/>
          </a:xfrm>
          <a:prstGeom prst="rect">
            <a:avLst/>
          </a:prstGeom>
        </p:spPr>
      </p:pic>
      <p:sp>
        <p:nvSpPr>
          <p:cNvPr id="84" name="Teardrop 83"/>
          <p:cNvSpPr/>
          <p:nvPr/>
        </p:nvSpPr>
        <p:spPr>
          <a:xfrm rot="10800000">
            <a:off x="2087880" y="3614420"/>
            <a:ext cx="862330" cy="822960"/>
          </a:xfrm>
          <a:prstGeom prst="teardrop">
            <a:avLst>
              <a:gd name="adj" fmla="val 11060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5" name="Text Box 84"/>
          <p:cNvSpPr txBox="1"/>
          <p:nvPr/>
        </p:nvSpPr>
        <p:spPr>
          <a:xfrm>
            <a:off x="2087880" y="3848735"/>
            <a:ext cx="1071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900">
                <a:solidFill>
                  <a:schemeClr val="bg1"/>
                </a:solidFill>
              </a:rPr>
              <a:t>find scattered</a:t>
            </a:r>
            <a:endParaRPr lang="en-US" sz="900">
              <a:solidFill>
                <a:schemeClr val="bg1"/>
              </a:solidFill>
            </a:endParaRPr>
          </a:p>
          <a:p>
            <a:r>
              <a:rPr lang="en-US" sz="900">
                <a:solidFill>
                  <a:schemeClr val="bg1"/>
                </a:solidFill>
              </a:rPr>
              <a:t>dependencies</a:t>
            </a:r>
            <a:endParaRPr lang="en-US" sz="900">
              <a:solidFill>
                <a:schemeClr val="bg1"/>
              </a:solidFill>
            </a:endParaRPr>
          </a:p>
        </p:txBody>
      </p:sp>
      <p:pic>
        <p:nvPicPr>
          <p:cNvPr id="86" name="Picture 85"/>
          <p:cNvPicPr/>
          <p:nvPr>
            <p:custDataLst>
              <p:tags r:id="rId44"/>
            </p:custDataLst>
          </p:nvPr>
        </p:nvPicPr>
        <p:blipFill>
          <a:blip r:embed="rId45"/>
          <a:srcRect l="26667" r="27335"/>
        </p:blipFill>
        <p:spPr>
          <a:xfrm>
            <a:off x="2663190" y="4666615"/>
            <a:ext cx="708660" cy="695325"/>
          </a:xfrm>
          <a:prstGeom prst="rect">
            <a:avLst/>
          </a:prstGeom>
        </p:spPr>
      </p:pic>
      <p:sp>
        <p:nvSpPr>
          <p:cNvPr id="87" name="Left Brace 86"/>
          <p:cNvSpPr/>
          <p:nvPr>
            <p:custDataLst>
              <p:tags r:id="rId46"/>
            </p:custDataLst>
          </p:nvPr>
        </p:nvSpPr>
        <p:spPr>
          <a:xfrm>
            <a:off x="3515995" y="4109720"/>
            <a:ext cx="263525" cy="1836420"/>
          </a:xfrm>
          <a:prstGeom prst="leftBrace">
            <a:avLst>
              <a:gd name="adj1" fmla="val 89915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9" name="Rectangles 88"/>
          <p:cNvSpPr/>
          <p:nvPr>
            <p:custDataLst>
              <p:tags r:id="rId47"/>
            </p:custDataLst>
          </p:nvPr>
        </p:nvSpPr>
        <p:spPr>
          <a:xfrm>
            <a:off x="3850005" y="4217035"/>
            <a:ext cx="1045845" cy="2921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bg1"/>
                </a:solidFill>
              </a:rPr>
              <a:t>python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0" name="Rectangles 89"/>
          <p:cNvSpPr/>
          <p:nvPr>
            <p:custDataLst>
              <p:tags r:id="rId48"/>
            </p:custDataLst>
          </p:nvPr>
        </p:nvSpPr>
        <p:spPr>
          <a:xfrm>
            <a:off x="5022850" y="4217035"/>
            <a:ext cx="1045845" cy="2921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bg1"/>
                </a:solidFill>
              </a:rPr>
              <a:t>pandas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1" name="Rectangles 90"/>
          <p:cNvSpPr/>
          <p:nvPr>
            <p:custDataLst>
              <p:tags r:id="rId49"/>
            </p:custDataLst>
          </p:nvPr>
        </p:nvSpPr>
        <p:spPr>
          <a:xfrm>
            <a:off x="6200775" y="4217035"/>
            <a:ext cx="1045845" cy="2921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bg1"/>
                </a:solidFill>
              </a:rPr>
              <a:t>1.1.1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2" name="Rectangles 91"/>
          <p:cNvSpPr/>
          <p:nvPr>
            <p:custDataLst>
              <p:tags r:id="rId50"/>
            </p:custDataLst>
          </p:nvPr>
        </p:nvSpPr>
        <p:spPr>
          <a:xfrm>
            <a:off x="3850005" y="4852670"/>
            <a:ext cx="1045845" cy="2921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bg1"/>
                </a:solidFill>
              </a:rPr>
              <a:t>go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3" name="Rectangles 92"/>
          <p:cNvSpPr/>
          <p:nvPr>
            <p:custDataLst>
              <p:tags r:id="rId51"/>
            </p:custDataLst>
          </p:nvPr>
        </p:nvSpPr>
        <p:spPr>
          <a:xfrm>
            <a:off x="5022850" y="4852670"/>
            <a:ext cx="1045845" cy="2921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bg1"/>
                </a:solidFill>
              </a:rPr>
              <a:t>k8s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4" name="Rectangles 93"/>
          <p:cNvSpPr/>
          <p:nvPr>
            <p:custDataLst>
              <p:tags r:id="rId52"/>
            </p:custDataLst>
          </p:nvPr>
        </p:nvSpPr>
        <p:spPr>
          <a:xfrm>
            <a:off x="6200775" y="4852670"/>
            <a:ext cx="1045845" cy="2921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bg1"/>
                </a:solidFill>
              </a:rPr>
              <a:t>1.27.1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5" name="Rectangles 94"/>
          <p:cNvSpPr/>
          <p:nvPr>
            <p:custDataLst>
              <p:tags r:id="rId53"/>
            </p:custDataLst>
          </p:nvPr>
        </p:nvSpPr>
        <p:spPr>
          <a:xfrm>
            <a:off x="3850005" y="5553710"/>
            <a:ext cx="1045845" cy="292100"/>
          </a:xfrm>
          <a:prstGeom prst="rect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bg1"/>
                </a:solidFill>
              </a:rPr>
              <a:t>Rust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6" name="Rectangles 95"/>
          <p:cNvSpPr/>
          <p:nvPr>
            <p:custDataLst>
              <p:tags r:id="rId54"/>
            </p:custDataLst>
          </p:nvPr>
        </p:nvSpPr>
        <p:spPr>
          <a:xfrm>
            <a:off x="5022850" y="5553710"/>
            <a:ext cx="1045845" cy="292100"/>
          </a:xfrm>
          <a:prstGeom prst="rect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bg1"/>
                </a:solidFill>
              </a:rPr>
              <a:t>tokio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7" name="Rectangles 96"/>
          <p:cNvSpPr/>
          <p:nvPr>
            <p:custDataLst>
              <p:tags r:id="rId55"/>
            </p:custDataLst>
          </p:nvPr>
        </p:nvSpPr>
        <p:spPr>
          <a:xfrm>
            <a:off x="6200775" y="5553710"/>
            <a:ext cx="1045845" cy="292100"/>
          </a:xfrm>
          <a:prstGeom prst="rect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bg1"/>
                </a:solidFill>
              </a:rPr>
              <a:t>1.28.0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8" name="Right Arrow Callout 97"/>
          <p:cNvSpPr/>
          <p:nvPr>
            <p:custDataLst>
              <p:tags r:id="rId56"/>
            </p:custDataLst>
          </p:nvPr>
        </p:nvSpPr>
        <p:spPr>
          <a:xfrm>
            <a:off x="7350125" y="4924425"/>
            <a:ext cx="571500" cy="243205"/>
          </a:xfrm>
          <a:prstGeom prst="rightArrowCallout">
            <a:avLst>
              <a:gd name="adj1" fmla="val 39880"/>
              <a:gd name="adj2" fmla="val 41666"/>
              <a:gd name="adj3" fmla="val 74404"/>
              <a:gd name="adj4" fmla="val 1555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99" name="Picture 98"/>
          <p:cNvPicPr/>
          <p:nvPr>
            <p:custDataLst>
              <p:tags r:id="rId57"/>
            </p:custDataLst>
          </p:nvPr>
        </p:nvPicPr>
        <p:blipFill>
          <a:blip r:embed="rId33"/>
        </p:blipFill>
        <p:spPr>
          <a:xfrm>
            <a:off x="8182610" y="4437380"/>
            <a:ext cx="442595" cy="449580"/>
          </a:xfrm>
          <a:prstGeom prst="rect">
            <a:avLst/>
          </a:prstGeom>
        </p:spPr>
      </p:pic>
      <p:sp>
        <p:nvSpPr>
          <p:cNvPr id="105" name="Text Box 104"/>
          <p:cNvSpPr txBox="1"/>
          <p:nvPr/>
        </p:nvSpPr>
        <p:spPr>
          <a:xfrm flipV="1">
            <a:off x="9573895" y="4370705"/>
            <a:ext cx="3494405" cy="1014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106" name="Text Box 105"/>
          <p:cNvSpPr txBox="1"/>
          <p:nvPr/>
        </p:nvSpPr>
        <p:spPr>
          <a:xfrm>
            <a:off x="8048625" y="4923790"/>
            <a:ext cx="97091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400" b="1">
                <a:sym typeface="+mn-ea"/>
              </a:rPr>
              <a:t>multi </a:t>
            </a:r>
            <a:endParaRPr lang="en-US" sz="1400" b="1">
              <a:sym typeface="+mn-ea"/>
            </a:endParaRPr>
          </a:p>
          <a:p>
            <a:r>
              <a:rPr lang="en-US" sz="1400" b="1">
                <a:sym typeface="+mn-ea"/>
              </a:rPr>
              <a:t>language </a:t>
            </a:r>
            <a:endParaRPr lang="en-US" sz="1400" b="1">
              <a:sym typeface="+mn-ea"/>
            </a:endParaRPr>
          </a:p>
          <a:p>
            <a:r>
              <a:rPr lang="en-US" sz="1400" b="1">
                <a:sym typeface="+mn-ea"/>
              </a:rPr>
              <a:t>checker</a:t>
            </a:r>
            <a:endParaRPr lang="en-US" sz="1400" b="1">
              <a:sym typeface="+mn-ea"/>
            </a:endParaRPr>
          </a:p>
        </p:txBody>
      </p:sp>
      <p:sp>
        <p:nvSpPr>
          <p:cNvPr id="107" name="Right Arrow Callout 106"/>
          <p:cNvSpPr/>
          <p:nvPr>
            <p:custDataLst>
              <p:tags r:id="rId58"/>
            </p:custDataLst>
          </p:nvPr>
        </p:nvSpPr>
        <p:spPr>
          <a:xfrm>
            <a:off x="9002395" y="5051425"/>
            <a:ext cx="1380490" cy="246380"/>
          </a:xfrm>
          <a:prstGeom prst="rightArrowCallout">
            <a:avLst>
              <a:gd name="adj1" fmla="val 39880"/>
              <a:gd name="adj2" fmla="val 41666"/>
              <a:gd name="adj3" fmla="val 74404"/>
              <a:gd name="adj4" fmla="val 1555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08" name="Picture 107"/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9152255" y="4445000"/>
            <a:ext cx="501015" cy="550545"/>
          </a:xfrm>
          <a:prstGeom prst="rect">
            <a:avLst/>
          </a:prstGeom>
        </p:spPr>
      </p:pic>
      <p:sp>
        <p:nvSpPr>
          <p:cNvPr id="109" name="Teardrop 108"/>
          <p:cNvSpPr/>
          <p:nvPr>
            <p:custDataLst>
              <p:tags r:id="rId60"/>
            </p:custDataLst>
          </p:nvPr>
        </p:nvSpPr>
        <p:spPr>
          <a:xfrm rot="10800000">
            <a:off x="9723755" y="3686175"/>
            <a:ext cx="862330" cy="822960"/>
          </a:xfrm>
          <a:prstGeom prst="teardrop">
            <a:avLst>
              <a:gd name="adj" fmla="val 11060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0" name="Text Box 109"/>
          <p:cNvSpPr txBox="1"/>
          <p:nvPr>
            <p:custDataLst>
              <p:tags r:id="rId61"/>
            </p:custDataLst>
          </p:nvPr>
        </p:nvSpPr>
        <p:spPr>
          <a:xfrm>
            <a:off x="9723755" y="4002405"/>
            <a:ext cx="1071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900">
                <a:solidFill>
                  <a:schemeClr val="bg1"/>
                </a:solidFill>
              </a:rPr>
              <a:t>fix</a:t>
            </a:r>
            <a:endParaRPr lang="en-US" sz="900">
              <a:solidFill>
                <a:schemeClr val="bg1"/>
              </a:solidFill>
            </a:endParaRPr>
          </a:p>
          <a:p>
            <a:r>
              <a:rPr lang="en-US" sz="900">
                <a:solidFill>
                  <a:schemeClr val="bg1"/>
                </a:solidFill>
              </a:rPr>
              <a:t>dependencies</a:t>
            </a:r>
            <a:endParaRPr lang="en-US" sz="900">
              <a:solidFill>
                <a:schemeClr val="bg1"/>
              </a:solidFill>
            </a:endParaRPr>
          </a:p>
        </p:txBody>
      </p:sp>
      <p:pic>
        <p:nvPicPr>
          <p:cNvPr id="111" name="Picture 110"/>
          <p:cNvPicPr/>
          <p:nvPr>
            <p:custDataLst>
              <p:tags r:id="rId62"/>
            </p:custDataLst>
          </p:nvPr>
        </p:nvPicPr>
        <p:blipFill>
          <a:blip r:embed="rId40"/>
          <a:srcRect l="22753" t="12963" r="21634" b="5761"/>
        </p:blipFill>
        <p:spPr>
          <a:xfrm>
            <a:off x="10586085" y="4194175"/>
            <a:ext cx="894080" cy="729615"/>
          </a:xfrm>
          <a:prstGeom prst="rect">
            <a:avLst/>
          </a:prstGeom>
        </p:spPr>
      </p:pic>
      <p:sp>
        <p:nvSpPr>
          <p:cNvPr id="112" name="Text Box 111"/>
          <p:cNvSpPr txBox="1"/>
          <p:nvPr>
            <p:custDataLst>
              <p:tags r:id="rId63"/>
            </p:custDataLst>
          </p:nvPr>
        </p:nvSpPr>
        <p:spPr>
          <a:xfrm>
            <a:off x="10383520" y="4995545"/>
            <a:ext cx="14852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/>
              <a:t>dockerfil</a:t>
            </a:r>
            <a:r>
              <a:rPr lang="en-US" sz="1200"/>
              <a:t>e</a:t>
            </a:r>
            <a:endParaRPr lang="en-US" sz="1200"/>
          </a:p>
          <a:p>
            <a:r>
              <a:rPr lang="en-US" sz="1200"/>
              <a:t>with fixed dependencies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0cnVlfSIsCgkiTGF0ZXgiIDogIlhGc2dYR3htYkc5dmNpQjRKeUJjY21ac2IyOXlJRnhkIiwKCSJMYXRleEltZ0Jhc2U2NCIgOiAiaVZCT1J3MEtHZ29BQUFBTlNVaEVVZ0FBQUhVQUFBQllCQU1BQUFBNUdLVm5BQUFBTUZCTVZFWC8vLzhBQUFBQUFBQUFBQUFBQUFBQUFBQUFBQUFBQUFBQUFBQUFBQUFBQUFBQUFBQUFBQUFBQUFBQUFBQUFBQUF2M2FCN0FBQUFEM1JTVGxNQUVOM3ZNbWFaaWF1N1JDSjJ6VlREb2lnMUFBQUFDWEJJV1hNQUFBN0VBQUFPeEFHVkt3NGJBQUFEVWtsRVFWUllDZTJYdlc3VVFCREg5NUk0SVhkSEVxV2dRSUlFSWFGUU9Yd1VTQlMrTjBqb2tDaHlvcUZNUkVmbDR3SFFSVUtpdmF1aElHOXdlWVBrRFM0OXhRVWZnUVJJL3N4NmJjZmUyU0UrMTluQ1hzL09iMmM5T3p0aksxVzIxY29xY3IzYThHeVBTOHRKNW9IVmNwcGNhd1A0d2FYbEpDSHcyOVpjZm1wTDNNOCtjSndmOFo0cHRmVXpMeEg3RFFBNytkRXA3S253TkM4UiswMWlsL0tqaTJpcDdiTzhST3pmQklwR0Z0RXZ5NjdZYnA2QUhRRzdoVVZOd0haQmE4eTNDVmdneXBOS2xXZnJ3RWxWZGhaWXI4cE9BL3RWV1RvSmhjaVk1SDFEMktGYjNsZEQvQ2t1dWJ5ZmEwQ25LdXVCSXIvWVNxOTVIdWRGY2dKZkxlS2lNanZpZWE3MG1ydllyR3czR050bzZUMmF3YS9LN0J5K1YyYW4wSzdNcmxBK3RadmJ6NDEzL3NQWXJZMjNXRHZTVEhQTkpvWFltT2xoYkU1cmlDZnMyR2FUT08xdVJhL1VMVkRXbmgrL1VQV2VmZlpTMk1YT3htRndRT2VtZTZpVU4yU0hJSUZkYlBoY0QwN2pZazZILzdaVmhSS1FiZzdXRzhjdW5VVzBRYWQ5Z2FwUTUxSS8zM093QTFOa3FYUUZiWHBsdS9wZDBnNTJ1Qk1QMDJIWGUwcnAwU29IR2N4Wkx3bDZzcXZySTlrdFZyOE1kYnp2ZEpMOUtaZnJ4VGQ4UnpRYW50c2RyWnNSTW5pc2UvVnY1cGxmT2RzenIwc3J3aUhYejBzNG13YjlRQTdHWkFMT3ZrbEdScUovVTl1Y1RVY29udEt1Y0pkWm55ZGthdzZScFJyQ00xUVJGbG1LWXhPYlJmMzhrOGhTYU1UYm0xZTIraUk3ZGVYMk9tSXltWHhGUExhWmRkSHUxZHNyMjZYdFhjb3N1RHVpWGQvK0V1Tzh4TkwycHVueEphZU1SR0pwZTVOYVhSTkRVMkpwZTVQaTFXVGZDdWs2T0h1N3I4ZG9lMWYxblhwL3paMWZHVHVIY1l2VU5yS1A1YStQT0dVa2pBMU5QTkVXdFkzR2NOL2MrZFZtOWMrSWp1TWd6UnFlOWRHY204Sm1kVlplcFpKSmRiQWRxdzNrMDJTejVGLzlxVHM0NlpxZmc1cS9FMC9odXRoc2t0RjduWUhabzJVcHNkTmtOdHRBUkdadlJLb1psNE42c091eWFHUTJxdzdPajlTQ2YwK3BFTy9WM2Q3LzhnNWpGd0k4eGlrZElTL0FmWnozWmJOc3pWUndQd1FQV3Byd1BvNC94UjM5NEdyTXJrdEprRjJ6Z21NYzRtdGZPWndpaUs1OUpUakdJWTU5RlgwMjdZdER3U0ZxSk9vajlDa3pwYTNqME9TaUlGVW45aURycjNORkx0R2xJMmt0ZFNmdFJwdGMweUY1bmVxZnFuK2JHazB6UDQ4dFVBQUFBQUJKUlU1RXJrSmdnZz09Igp9Cg=="/>
    </extobj>
    <extobj name="334E55B0-647D-440b-865C-3EC943EB4CBC-2">
      <extobjdata type="334E55B0-647D-440b-865C-3EC943EB4CBC" data="ewoJIkltZ1NldHRpbmdKc29uIiA6ICJ7XCJkcGlcIjpcIjYwMFwiLFwiZm9ybWF0XCI6XCJQTkdcIixcInRyYW5zcGFyZW50XCI6dHJ1ZSxcImF1dG9cIjp0cnVlfSIsCgkiTGF0ZXgiIDogIlhGc2dYR3htYkc5dmNpQjRKeUJjY21ac2IyOXlJQ3N4WEYwPSIsCgkiTGF0ZXhJbWdCYXNlNjQiIDogImlWQk9SdzBLR2dvQUFBQU5TVWhFVWdBQUFRc0FBQUJZQkFNQUFBQVFGcytNQUFBQU1GQk1WRVgvLy84QUFBQUFBQUFBQUFBQUFBQUFBQUFBQUFBQUFBQUFBQUFBQUFBQUFBQUFBQUFBQUFBQUFBQUFBQUFBQUFBdjNhQjdBQUFBRDNSU1RsTUFFTjN2TW1hWmlhdTdSQ0oyelZURG9pZzFBQUFBQ1hCSVdYTUFBQTdFQUFBT3hBR1ZLdzRiQUFBRW9rbEVRVlJvQmUyYXZXOFRNUlRBbmJiWDBxU2txRUlNQ0dnQkNjR0FVaWdEZ3VHeU1yVXNDTVJBaEFTTVZDd0lNYVFJQ1lrQnRhSVNZa3NtQmhqZ1Awai9neUtZVWJvekJCTEtkM2s4bjMycHZ5N25jT2MwU1BGd3NYMzJlNzk3WnovNytVS0liY3JZTm5UYUxsUC84Y2FwQWp2aDR3QXpkaTJkdHBvSCtPSlVnWjN3TXNCUHU1Yi8xR3JxakYyM0FzQW5zYVYzVml3bHpsLzdhaVVpQndDTFlzc2hTSFhFbHIrTHdpUHpFNGl4Ujd3N0NVV3htRFIvKzRlVmhOMEFNdThrVkswNldqYXl4SmhXSjhyT1lEUUFWcVFIMnhtTVpWQmV3czVnQURRbFk1QjBNRWJtK0h5ekd4dFpnRTBYR0s5aGc0bTF3eGdGbUhXQXNRKzZ3eGdHV0VzZjQ0RGZKUVl1YkpMeklpbU1qZHdWZEluZFdhTU1xczlQT0VUek41OVNpQzR4NnZCTGZpY1cxcmpFSjRIU2tSVnhzRUhyZnIwN2pBekFraUl0MWhvamlyK1QrNCtlUG5talNMckU4RUJieUdJeDhoYTd0UzR4eG1GTGZoaUxJZXFwVTF5VmdPVXVNU2JoanlvazFob09NQnE2Z1hjQ1l4a1crc0VhZmt1bGlKK3c2YitVRWZqV0R4aGo4TGtmTUlhZzFBOFkwNFpnd1BsTXlkMHJuQWdtUnU0T0hOK2dacGc0cmhuRCtSQWRxVUNMN1M3S01LZHRNOW84cnExeHJYbVY3QU9NWHNaYkYwbTJvaTd3SVlkampOSEFVNjNqaXJyOGxoQ3ZycTFwbk1NeFJ2azgxVE1NZjhib2FuWmJpVnc1QS82NHhmQmF3V1psRkpyenVOSEpnNzdSNENSdU1XcnNFQU1qWjcrRXd3TXhGcmN0SU9iY1l0U1pWdHpuVUYrQkczSWxXR3VUT01YdytCcUcxcUNSUGxwRGp1UGJGRzdIeGpDUHpYREhTdDlPcm1CdzR3ekZxVFVhczB3Sm11RVR6V1Uvc3JKK2RZcFJZVU1EVFE1dmRkVmlqVk9NY0EyclJYdHh6dUlVNHhaWDBvaWNJYUZGbkdLRVN0QjdodG1JWHlQRzNwZmI2UVdjMnk2OGZHVVVVNCtKMmdwNllLTElNV0ZrZlBRekVXbE42UjhVNjUweE1GalVkNSt5SEJNR0hzWkVwaFc1T3l2RllPQmF3cHk2cVMrck0yR1FoNUVVemFwSlZBd0dlcS9BYlppNjhqb2podGcraFFCaEtOWnR1SFhtL0hHbUl4Zlc5dlAyd2hyeGJxTW4xa0Mzc2FmOTNPWk1MNnhSVUE5amRaUWVZS0RiQ0Rma2wzVUFWdE1EREhRYi9GZ2xFK25UZTRDQmJvUEh6aFBhWVZOb0hhY1krNnRVRGJxTkdmcUx1ZC9zVjcrNnhCaURWaEUxenJjL25ydytwUU93R3BjWVplWTljYjZXbUxMNkd2dlZydzR4Nk9kRnVwYjQ0ZDdMVXo2aUNEUnBZU3d3bWVLSERCcWR6T0E1QWtiMHBlQnVMWHFkVFFXakVENHZFVEZ3aHREdkZiWE5aWGJRbkNrc0JqU21TeW9ZcUsvRWhJc1lQRWlxTE5YWWhKMktpcFd3YXhvWUZ4QmprNjBhSWtZT21tdUU3R3FTaVNCWXkvb3JETlYwVFlpUnVYdno4U3BTNERlODU0OXVMVWd2aGF4dmJaQjg0VEFoWlhoQURsVTZiUVNUWWdRSTRXVkZ4c2o3Y0JxK281azhINDdDVnRWa0JsNlhHR1B1eUFlVzNoMUZxNHN2QlE4MG52akhpbFNSdDlwNkZtUm93WlFTWXFnaVpRejFiblI1Z0NIYTV2K3h4b3lJSFpOM05qYXljVWNURXBnekRQSitRMUxVdWVBT283TmU1ZTRBUXpUSXdCb0RhNGdXRVBPRHNkR1AxbWp5MDB2enlhVklIT1J6dkhrRHF0cTlCQlhsY0Qrby9WL0ZMTlJ2dDA4Vlk3MHRkdGFzVjY2bGdSMVBSZmxPc3RMQlVHcHp3VXJROWJCOWh4akdTcERVNkMrNTROY1FINVk3eGdBQUFBQkpSVTVFcmtKZ2dnPT0iCn0K"/>
    </extobj>
    <extobj name="334E55B0-647D-440b-865C-3EC943EB4CBC-3">
      <extobjdata type="334E55B0-647D-440b-865C-3EC943EB4CBC" data="ewoJIkltZ1NldHRpbmdKc29uIiA6ICJ7XCJkcGlcIjpcIjYwMFwiLFwiZm9ybWF0XCI6XCJQTkdcIixcInRyYW5zcGFyZW50XCI6dHJ1ZSxcImF1dG9cIjp0cnVlfSIsCgkiTGF0ZXgiIDogIlhGc0tWbDk3WEhSbGVIUjdZMmhsWTJ0OWZTQTlDbHgxYm1SbGNuTmxkSHQySUZ4cGJpQldmWHRjYldGMGFISnRlMkZ5WjIxaGVIMTlYbnNvYlNsOUlIWUtYRHRjTzF4amRYQmNPMXc3Q2x4MWJtUmxjbk5sZEh0MklGeHBiaUJjZXlCMUlGeHBiaUJXSUZ4dGFXUWdYR3htYkc5dmNpQjFYMkVnWEhKbWJHOXZjaUE5SUhnZ1hIMTllMXh0WVhSb2NtMTdZWEpuYldsdWZYMWVleWh1S1gwZ1hId2dkaUF0SUhaZk1DQmNmRjh5Q2x4ZCIsCgkiTGF0ZXhJbWdCYXNlNjQiIDogImlWQk9SdzBLR2dvQUFBQU5TVWhFVWdBQUIyUUFBQUNvQkFNQUFBRE4zVU1yQUFBQU1GQk1WRVgvLy84QUFBQUFBQUFBQUFBQUFBQUFBQUFBQUFBQUFBQUFBQUFBQUFBQUFBQUFBQUFBQUFBQUFBQUFBQUFBQUFBdjNhQjdBQUFBRDNSU1RsTUFFTjN2elhaRW1hdUp1eUptVkRMOFpwcFdBQUFBQ1hCSVdYTUFBQTdFQUFBT3hBR1ZLdzRiQUFBZ0FFbEVRVlI0QWUxOUM1UmtSM25lN1huUGRNOERyUU5ZWU0rd0s0SVF4cjNzQ2lORTRBNHJPUWhpbjE2UUh3RVN1bk9Vd0lFWTl3SkNra1ZPZXNEQzlnRk1MNCtFSEFqMElHU0RpWDE2RGd2SUpDWXo1aEdDRTd2SHhnY01zayszd1RHWXhLZVg2WlcxRDRuS1YrK3ErK2krM2RNOTNkTmJkYzdNcmVkZmYvMjN2cXEvL3FxNjdYbk9PUW1NdHdSUzQ5MDgxN3IyRWxocG4reFNSMUFDZDJ6RU1YVnFLeTdGeFkrTEJHWnU2dGlTcVdkMHpPSXlIS1FFTXExWVlCYi80U0FaY1hVTlF3SzE1M1dzZFlZVU91WnhHUTVRQXFYNGR6WkRUaDhnSTY2cUlVaGdObjdBMXR3VUg5Wis1eHU2Qk9iYXZiUGlwYUh6NXhnWXFBVEs4UU8ycm5lR25OVUI1eHUyQkVvL2JNTkJodXkwU1hWSmgxNENzNlNScEEyMVI1UGtjbmtPUkFMVDdVRlpjcXZaQTNrTnc2b2tud3lMczI0MU82dzNGSzYzZmprY1o4Uk1KQnVGalJMT2U0Z2tzRWcyazNHYmJhZUxKU1BoY3ZWSEFpbi9XVzBKTFpHMXR1a3U4VkJMNEVockpSbi96YjFrK1Z5dWdVdGdycjFlN0hrbFp5d2MrRXNZWGdYbFpIcXg1ODI2dllQaHZTVzc1bnFuMFhPVnhPN2EycFJjNlBCSllER3hEcFVpVnc1Zjg4YVRZLyt4RHUyYVQ3cmE2VURISlkrZ0JDYkpibEt1S3UxdEhrbkp1SHo3bFVDbTR6Q2JJczd3c0Y4cGoyejVXaWNkUzNPKzZ1eVFXaGpEOUUxMFhxS1UzZkE2ekRjMDBMcXp5UTBWYzA3Ykd1aXJTRXk4VGpwYURJdHVNWnRZbkljczR5TDVRV0tPWjl4aU5yR3NCcG94MTNrS25TUm5Cc3FDSXo0MENVeDFNM1A2and5TlQxZXhsa0NLZERieXo1TGp1b0R6alpNRVZqdnQ4Sm1OTGJYTWtQTVBTUUxUQ2JTZFJXS2VXY3lJMjVXTE53K0paVlE3Q2p3TXIvVjlyRG5melpxbjdzNHM5bEgwUFpPYU1nM0c3OTE3SnlYMDNWdGFMMnBRajNBcFltcEVrMkx4dXpERUZ6Z0tQRWpwSE9wbnpqQVl6MmV2MzBKamx1NzBiL3dRYmRUTUcvMGJYMnEyYnRVdGtFeHhETXUvYkx5R2F5NVVhZWo3NUlhM2tZc21RemxUSTFvV3R2Nko1RHQ2SnEyKytFZUJoNzQwWk5oRWpNRTRsWDBKRFMxVjl6NlJwZDFnSm5maGs3NjFuVERsRmtqRGZsKzAvcUx4VXFxbkY4a2xiNXE4d2ZNcVpNUGdybVJhbFNWY0pydFpCaG5FK3VFZEJSNzYwWTVoMDVnaGVvOW40V0d2amt1eCtVZFd2SGs2WXBjZVh2SG1qSFI2WkRHNWVYbllMUnZqK3ZOYXZaM0JleUprcGZ6UDBOd3BhL2xxWlBLOFVZQkxKeDZ1SVNldXUvWFdXNDhlTTZlSlBEbDU5Tlpiai9tNmw0N3hlMDNXdEduak5SYzM4R3AvTUhlQktzYzVVbGk0dUFLUGI2NTF6ZHpKNkx0Y0E1QkFWYitUQlp3aDljbFgyS1lQRzJkVmRYVDBWYTRUWEZUR0FYbzY4VkFreWtIRkV5NHI0aXlkWHlaZW5jOEZ3L2hZM2ZJbXlhT2xUU29KS0ZsVkpyaXkrZWFwRHViYzBDV1FKWXFGN1hVNnkvcWJOQ0pEREx1RXQyMnF5WjNnUW9zUDJuWGlZZm9EOTNGOGZ1TE5kSzdnN2pVNUZ2ZVN0OGdJOTV3ZzU2VVEwaGVvQXRWaUE3WlhJOC9oRnNlUytlYlR0b1ZEbG5SUElZSEYzTk1QUWhZR05DdW52UlFoL1Bya05ORlFwcTl5WGZQU0NTNDY1K0I4Q1hnNEFuenVGU3dXVW1WRS9hRVZkWlVIbHZWK3dUeldDNnVFUEl0SnBFYkVHeStiYjk0amdMVnpzUklvRVMzTzJFejdUa2daa00xdWVUTkVMRzVtaVcwa1BxNXJTZ0FYblhsQXZnUThZTkF4dEQ3T3h6SXhqRzBEWXUxUWtWM1ZmV3dDeTZJaUVaYU5DaEhycFJ6Wk5CcGtkUW9qM25tcEJBQ2VnMWc1TE9tQk13VlZlSjZJVjdTZzQ4SE1zdGFmYUtCQkdjVENaNGM5aC9FdkFROVVnRXJyRXp6YVJyVmhNRDVpZFRiMUpMcTZScGV3WEMvMnl0SlM3QnQ3Z0hUWk5HTDhqeFE3cytoeDVuSnlRTXd0eVpma2VlbG5VME94R0YwbnJXWExwR25kVHdDWEFUR3J5U2JnSVEwQkJ2Y2tsb2U0bGF5Wkh5RmZVMCtpNTA1VFF6R21XdXA4c1FPTGhSS2lsZlBOelQ0VjZ6eGNBZ3ZvY1Fjd3BzMVkwTVFNS3N5cDIrUlI0MDFNbUowL0FWeU1vb1B4SnVFQjh2dGhvUGE4MjkreEpWSTByVXQwRnQxZzZSanV6akxQSWhFcUZTK1czU2RrdjdMRjZWai81M2xWVnR5aEROQlo5Z0FXKzRzU28xeElUZklZOStUbGVNdUNVMllvQ1Z3R0xmSWtQUGhFTmtaeWsvTFhwZGM5bVFUcUZtU1hpTkJDRkZMUkMwMUo1ZlNPb0JtZDFMOWsxU1pMamMwNFN2VTZjNktURGV6ek16REw1dVYwV3JYT3BoM0tXVFpINUlKTXlteDJmejFPa2htanB6M0x3bUszd2hxbmtEcXAxMDAwWVorejdLSmVPUnN5TEprSDJJMzR3K2VGblgxajhGelAyTytrS2kySXhESTdUSnFHbkNRejNLQVpUOEpEbVJnSGFCbERUYWNYQjE1TVVhOWxrYklnclNjVHNsYzA3V25EdCtiY0FLM093V25adTZ5czViRTUyckowNzI5YUxSdE13REEvMFFva1VqUDJHdVpRUXJaQ1pNZVRvc3V1U1o5N2Nna1k1aWRFTE1zeGJsWHFKeFdwZGZIc0RySWowSEZTMW9JWjJ2Z3VZMnJCM29GYk50WGtKRFBjb0Z1V2hBZW9LYmJKZmRveXBReWF4VU5CZjlWU1ZiZmw0cjh1RFhlK05RdDdkcS9vdW9YalBzdDJMWkRlQ2xqZEdwTXJYOHlzMm52Q3hpR1pRN012Uzg4RjJIcmM5dGdzbW5wNzFSR2xyQmVMWTRwaVY2d2tGa0t3UisyWXBhek9ZaVlrOHp2SUpwTlRoMXpHR1dNUGQ2M0V2RlNqdyt6MFUyVFpiWE5abldTR2t3VUg5VXpDd3pZZ3l3Y2d3VVdWSDhZYkZFK0hrYTV4eGhqc2wrVmFVNTU1Z2hrS0VyeFR0bXkvWjR3ZFpLVWs5L1dzbXQxNlVpNW1jdlRsTForWGxNMUx0WWZsOUJQNHRCZmtpKzRjaFh5ZjZya2c1MVVXbzQ0NnlXMVpaakJPcStXRmVidFdrZWpDNHlEYmhiRGlzMWJNQlo1Y3pPRFF5MW5QcTIvS1lqVjlxZmJ3S01hVGdPeXViQUdlUnk0YkFlZGxFcGlYaTFZYVVwWU1uUFVzc09RaVhkek9xL1ZFeHJoZHk5SzcvT2NnMjZYQW9yTmJFMmhOSEpuQUJ0Mlc1MVVMc2tqSm5JcVRLS1d5NEtDZVNYakE0VXZydEYzcHlxQzRPYngwclhrVGxneThkVGljTk9kTlltdmFTU1czL1g2VndrR1dpM1dmLzFmTlpXcFpXSVpuNlpwMlNTbEVYdGErMXROZ2RZNzR0UUFzek9XV0ZXTjN5Y0x2UHFVMkxzVlQ1dUczT1drUW5wTGJDRG5hT2VyNDQyN0MzRGlRa1YwOEhXUzdFRlo4VnVzTGk3N0FML3NteFFTVUl1SGtFcGNGazh4d3N1Q2dua2w0d0Z4aGJsRk02QkZvVUZ3TmxPN00rNjk3Uy84ck1MK3dxSzZDTE12OWdpcUd1WlRQcDE3VWJYN2FyeGRXRGlWa1gzdnFSVW9BdlRTNi8yV21EUU1FbHJDN3JJWkZpdEhLaHF4dHhsckRKSUdMTERtb1p4SWVvT2RKQ3lobEkyOStpM2xRZkhWRGQrYUR4MW8zdkZLWGVOTHJ2M3pQQXljUS91NnhtOStqb3YvZ2ZuL3ZYU3Y0VEVnV1h4OW9lT20vL2ZJSEhqaEczOUkzanJXdSs0ODgyOHlkL29uZmFhZ2kxUFBhKy8wVHY1V2dxK1dOSmMrcTNKWnR5dmRkQVdUeEZUZnBpcVpKWS9GanJWK1RDUzk3cnZTMWZZNEdaQU9pU1gzMkwzL3hIYmVzUWF0ODQ4bmZnYUM1Uy8vUk1YSTkvUnJDRjlDTFhvQjFmbWU1Ly9qcnYzclAvVGV4NGxidUd6NGlhUGJya1RhT3BPRTB1T0E1ZThHYjA1Y1M3RjhMaUlUTHQveWJDb0tsNldObmUyY3VZVWVJNUNGUXEzMWhOazAyQXVsRERzNzdwQVVZL29SaW80ek9RUmNrMTVLVzM5b1YwZCtua2VUaVNpcjNTT0Vhbkh1b3N6QlNiMGN1UXA1SnN3SE5KNEZuV1lSR3ZZK1FFeUMyUS8zVWxlaUg2azRkODM4SS8zUUxuN0tEdjBBVHRvMk4xN29jdmZQeWZPb1JjaWFWMjZENW1Dc1o2Nk9sSE1sS2tlTFcyWWJJMHZZeEVwQU5pb2F1bitqWW5xcENpczhYL0M5VldleGJ2UjhoZDZVQWhpUnk5MmtSZnZpeVRyMTAralBlVWx2SmRKZVkwNGJVakZ6RGVPZklTd3lsMHY1Tm5paTQvQTNaVTZ1aXF2SjF4d2pObmJRalJQRVFySTFlck5BWFpoZjRCM0tDbVlZV1h2UXYvaS9QK3h4UnZRUzdvbkI3M3BML3N5dFZhY2hGZjNyM3lvL2p3dmtkK0ZRcFBlbFFwNW5RR1Q3ZHd0ajlad3dxcWVvakRYeDAyRHlkK1RYeXJpMHZYZEV3THJGaS9EWWkvVndIZFFYYWR2TTNlV29ZRXBpclNBVGlCSHBPMll0eGk5YndGeC9aeXNqMVVqNzgvUTlPS1BCL0ZDQWJFbzJFN0hjdS9DbUduZ1pudVV3dS9uWHFlNFQ4Z3Y4R2ZBWU5FMW1kU3F5OTNIMmF3NGFzOFpZQ290aFhzQ1puVmxENTFiZEtVdTl2L2JiMGVsN1R1Z0VUQVpjWjhoWjBxRE9zQk8wUlc3cHNkNzZrSFNHQ2gzQkZZSVRPS3R6Vkg1VyswWGhXZ0VHNGE3V0o3SnYzK0JTeVJ4Nm1GbHV1NHFTelZDbnpjQWlKRHRrVmNzWDczRDA1R2tpaks4SGxLR2pPTVVybVREZFB2MFR0MFhsRFl1d2J2NUZGTVVMK0M2Sm5tTGQxRzN0SkdXTlVtN3VKc1FTbXVIcUh2RS9JWGQvQWc3c2wxQy9kRW1WSTluQ3dwTFZubVNQaU9RS1FEWXRtOFFPL0NzR3NwZnpURUxBWXRENUYxeUMwMzdOTkx0cWZFOGo5NWZlQ0RvZHNSTzRJY2ZRY05kblprbHJTRXpHcWlZQkw4ekVhemZFUjNGdnBockhFSFNHQ2gzQTlQcE80aVBmWHd4bUdHSk9oWFo2NnN0SnNBQ1lma0szdWVoTjQ5eXp4Q0dreFlCVlpKdjdWbHpRQXNuc0VBb2RieFZ5WjhuZW9OeVcvMmdWL2phZFNtL2s2VGFPT2ZxcU92SkI1NmJ6eVZFWVhRVDhSMkZpNVdWUHhvaU5nVmtTQUl6azJzSXh4LzBZQXNsR2k4ZTRBWkJjZ3N5emhLNEtVVDU1SDI0Q2wxVG9kTU5uNG1VRHVUNVNReGRyWGZrc05TcTV2TGxxT0p2bVV0RWJ3eUFpNDBGNGpMMnhSeUo0eGkzZmhuMHphRVNKNENGY0RxVjJTc2FOMlZYYjd3aXM1YTRDbmxsYUY3R1hBOGlSRXVFS1RzOExRQUpCdG9PLzhCMWFrQ2NqbUNzeUwrTFVwZ2MreTNLTEJrWWlmRm9ETUdsQ2kyczhPSzRVVnd6OWhIdm92bjl5UXZrb0txbGhwQTE0aU5uMXFvVHRUS3AvbGllNXFaVDR6V1RrSEZZZ1dEYlNhdGRwWit2a2NyblBnbmV3d0RxQWY0L2wzcDFtZ285enBzS25hRXNqTktQVHRueS9lZVN6QmFUcldhQmVHeXl4bEZOL0FaWG1vb1haVDUrN0tsN2dqaEhtSXFLZHNTbENCTnlKamY2SlNmL3ZxT0NjUVpOUlRZcW91SWpDU2Evblh5ZDdxR2ozcWpka1dEaWc3VHA5VU05YjI3bVZDL2twTWpTaDhoZlkxNnVwU1RmVndNbGlRTE1wYWFBWlVlWVkrQWVtOUZlYWgveWJsZEs5aVlqMTVycTNUOUNVNnBBRDYzRmFBQ2kwOUxJN0M4Q0ViTFJxWVhaOUNCWTRPczBaNXo4dlJyd2t0aGtZdzExSHVGUE1Lc29IY2traC9udlZPNCt3a2FaZzFoZUhTcEc5dVc1cWIwVFUyemZ6Si9jazdRcGlIaUZvcWNrbUl0TnhhUkliK1J0RVBKOGU0c1BMcHkrNk85YWhHUXBIczVYY1pGaGhDVnlYSTBCZjBTMEpuK0tKb0RZYjFTeWRFSzVENUxQZXFTWnArZlc5ZEpOTUw3QUxKR2FFZ3M1UkYza3RWcmpZZW42OThhSTRGT2dKaXdEalBzeWUwT0E0ZnN0R2lRVU9lU2dlNWJZNVFTRlhvK2NpK3hsdUkveDNsVHJVaUU3TEdXd3AzQUVXMkY4K0MwQUppeTFic2hVb1lMbFhhVjRyeWxKdHBDSW1sR1ptUXZDT0VlWWdnV01QT2g0aWVOa2JMaUp4OWlZSUE0bHg0RGtMT1IzbXRlY05hMXlSN3gyanNnN2MxNkFNTjJLRlBOdjV2Y1I5VG03TzdJZ0F5Y281ZVpzb3pqWWRQbE1NMGZVVVc4N0JDNDNiQkNXT1N4YkZVd1lmS0YrZVpOelI0Tmtoanlqck9Nd2Z1YXNaUkdENWtvMFVESmVZb2JVbjZ6bmRUMXFFbkNwbEEzZEh5QTM3Ynk1MmFBeFZrN2R3Mmd1TGtremcrSmI0UUgxY2diWXcwTkU4SUxteHloTjRsOElGQjZtd2NyZmJ4eVR0Q2lJY293a1YwWFJHL3FrUnBaRng4K1QybjVCeGxSTWQ1TXk5L3g2bm54aVVpZmc2UWlISC9PRlFNR2NYSTI1VDRRaDc0THhsWnEwcXZyUmpIcGRFWjFKVHJLOVRRQmZBNkw3c000cWVaRjMzUkFDU29yOUhvc3U2R0NLMG0zZjNhVnJWQ3lkNUFTZFM0aVFmY3ZGa05qNHI2UHhxUURZc0dZaks3ckZKSHFPbGV6NDhkNVI2RXJKS1huMnpkRUNXeW1MaGFWSC9XZVJkSVF3ZmdDOEdGTFdXaHU4bTVwQ0xuQnF0WWdrRHlqaERpSVlyNk50N0VGaytJdkNvTEs0UHUvRkVFN0RoS3pnU1VuZHBsS0t0V3A2dEsrMldRMWNvbnMyQVdPTjI4bWtJWlVoUWJJSE5HMUl6V3JIRXZiVmVCZWJXS1I0T1lQZWhvbnhHSkxBY05iZ2hmaDBmVllNMHZJSE5SalNoTHhFaUxKek44eUVhTGhrSzJvZGxHSm1FNWdKYWlzUUhJdHBkN0VMSkdicjMyMGRYc3h6ZFBkdG9WcjBqVlMyUUt3V1dTTmhEckFabXZhYmEvSGVWZ1d2S09FT0loU0lxR2wxWFhYWXhzNGR3dFhVSDJSNEFQOVJhaTZ1c21ycTVtS0hDNUlVczI5YVJKbzNSUHFxa3BsRUZXMmFMQTBxNG9qSFhyY2U2Rk5VV09ubWFYWStyMURzWUZQWEd3L0pWSEJZWDJqM2xWRTdVKzBid2xwY1I0Y2xIYm5zVHdJUnN0R2tCV3JxQm9BL0JHeEFpRVFVNkREWkJ0TC9jZ1pJM2Nhc0p0TDZEa3FlVjJZK1JNY044MkJKZm1lVlNGaFExOVVMY3MxVkVlVFB3L3RpTTgrVzMrRFhkWlpFSTgwRlFjdGQxN2NVSG5nNHdGVkNlMTRIVXlmREQzV09FT2dYei9JS3QvSkEwZFpGUFcyelQ4aUl1RkxEZlVJZ2NndXlVS2E4aDZmNzUzVmtScThOSUlUQjgveEpMMmpFZ1VqN2xrSTJ6UlFQbzBXNXNaOXRIc2NadG1kR2o0a0kwV0RTQXJ4empLZUR4a084ZzlzSlkxY25mVnphS0ZaOGN1OEExN08xS0dtc0daSlFTWFBPMER3TWVHS0RKaERsbVNUSUpuWEVkNEFtbmRsaVBQTmltRWVFQml4a2NYSjYzM3FIem94R0tKVXJtaUlpMlArbkNPRlJzYlVEZGNZblAwa0JDQXJJa25BTExBS2VhMWRLbWt6OHQ2a0VONkRjaktLQXA2c3k5aVYyYlBtd29OWDlYbjZRS3h2aVZ6dFRmRFRsRnB2Y296RGlMSFVxQ2JWbXNScVdXdGUwYWtEaXpLRUEwZ2E5cUg0aFhqVG5LM3pVOUc3cjVEMWl2SHY3UWx0VmlTd2d2QjVYVmJTQ29hS2xxUDd5Q21JOHo0RjNicGVkcG5TQWJ3RFBFQWMxOTI3eGYrMjJ2UmgzZGtQdGo3K0RCaWRUZVpTcC96M2MyeUUvMmJaVFVYeThiTTJqUzRSNDZxa21sRkRqNklCV1NQeStKb3J2UW1nQ3cxUVcrVVF1OTZydDJJTGNrM3pVN05JaUZlMVNuOUhabXYzWE9FSVdzdURpenprNTZ3RXNqZGhxenhsdm9QMmVuNGwvWWRReC9pcnlNQ0xrZ282ODdEempDWnJ5NGRjOFRncjgxTXdoL3VDRVUrdnBkTi9TMkNoK1plQXlSTWd3RzlNTHRPeVU3RlRmdERoK3gvLzhzUFFIQ2JsRW5xbWdxakxGaVhsbCt2Wk5oSDBIWFdXREwrWmZVaURKQlZDR0xKNmIvLzZqM0dWRUxqSU56TGN1Sm1lZmkvZkFqRlJpTDNMdUVJYnNBdGE5T1hwOVR6UUI0N09ES1FEWWdHczZ5MHcxQ0dzZUFWblI2clBiMW1UQ0IzRzdKcnN2WEdXNUpSKzMvV04rSm9uQ29FVXlMZ2dpeUdickY4SlZBa0MreEV1aEJ0dHBBNEk0dXpqcEFXU3NzY1AvZkowOEk4cFAyUHNpVDArZzFSbnA3RFlpTmRUUmtDUklwOGRBblpxZjdPc3VtdjVMaFVOaVUvWUw0Zy9YZ3VLelJuRFhVZ1FkZEIyVCs0azlNMkZXTzI5ZzBOd2Vpam5kV2lxZkErVlYwek94TTNKaHFOZ1hkRUlCc1NEU0JyOVJBMTBFRkZYbE5OU0NEM2c0UnNha1Z4RnZDRUU4SndRUkdNVEtyVlJZWVRndzd2UEJIL1R4dVpoRGZVRWFiRXRySDFrZlF3RDNLSkJzdTFWSEx3SnRqRWsxSWdEbFkzVk1obUFOaWIvdVcvMWJoa3MyekI0QkVxdzNrV3hDSlVTWmNxeG1zeWt6RisyN1BzbDdDcWYvdlh0MVRuRXdXMkpVVkpnRDhmWndjalFxbHdYRm5QOE5PZE1VL0xqd1prdzZJSlFqWXZOVWFJcTZBYW5rRHVCd2xaeFZjQ1R4Z3VLQVNWU3dFMXZ4R2c4bDVnSjhyZHVCWElpR0NvSXdpOTJQTXFodmpDUE5TbGZhNHNEMDdTVTlxRVR2aHp4dlZDdThKaFF2WUpzQVc5RXV3RUlOc3dPY3dLRFEwSzJvYUtUOUIxVWlWeFZ5Y0lXWXlzeWRDbGFvdjNHSHJWZ2h3bDQzUFRsRkdBYkpSb0FGbXQvNEpQVEs1OE1pbVowa29nOTBNRldYUzhNL0o5Vlhla3I0ZG5xQ09vSDBqa2Q4ODR5VEJrcTdMNmJTbHZ0a2xDSjZkaWJJY2FJbVF4ZzFLcldudkkycGZ2ZU5PVHpMSjVRbjZXNVE1Q0Z0c1EyanduNlBYNEFQcFZQMStXNDJWN1dxTUEyU2pSQkNHYnNpN2Z5VGFORzJUcmhuMGtkbEtUalcvekRIVUVLTG9pKzdLaEhJWWdteUt0c3p3ZkZNUTFVU0xMbFdSL1hZUkRqK0ZCbHQ2bjVBeGpzTnVVakRVTktkSTRTT01wL1BGQ21ZVlpqTmRrS0ZveC9yUTY4eEdFTEYzZUs2QkpJcjA5WVZjOUxrdldONld2N1hOYWx6RHlsZnMyN3h0RTQ3eVJvZ2xDMXF2enUwNTFjbUZGRXhvM3lGYjF3bWJSdG5qb05pZnhoVHJDckRwL01tVnNub1VnQzZrTHV3cnN4SExNcjdLdU8wOGFjVFVQRDdMbjFPcTBIV1FuTHhMeUllL3hWY3ZzMWJIcnBIMjFCQXRDdG5uUkowblBGTWNKVGNTRDd6TXlTM2xIK3RvK001R1FyWWEyajlvUzJWZGl0R2hDa1BYTDVOSlc2blZ5Vk9WVmRwUjc4UFRUbW1UVkdGaGwxTUUrUTNDaDFSdjY3RnlzSHBxQXoxQkhtRkRMQ2ZQY1E0Z0hUTWJpaUFBbUVycUFwYTdFVm03YmVtdU5SK3YvL1lWc0YvZGxvWHJKbFhrN3lPYlBmaC9USWxxeHBYbnVyQmpqRnFBMFZnVWdtL0kzbThha2JoRHQzZ3RDdTdKVVFyMXFNYkFOeFl2bjR0K1BwTiszWjdSb2dwQ2R2aVErMS9aT3MrSXhneXdhclhhMkVpNXNUR2xvZjZnamJLc1pCallZMVhORGtJVk5WVXp1VUNabGg4MHpIT2VPYS9JQlgxOGgyODE5V1NnVGNyT2xIV1Q5RmU4ejk1TVQ5S09vMm5Yc09sVnpOVytwUEF0N0sxaER5NW8xeVY1OEVLNWtLMk5WRWsvTS9IaVV6dFVuZmpUQk5yNW8wUVFoTy9rREwvMktiSXQ5RkZVVDZ5ajN3elhMb2lOSWJkU3JiZXBtZHUwTGRZUzZlcU9vWTFmU0MwRVdod3JFbUlGWlZxN1c2dlM0dC9yS2tpejdGNmZJaWJjM1dJaEJkdkZ0NU1SZE1oSFAxOXpTdXVFUGRYanhQcnk4VjdHdzJKZWQvdDlmLytYWC83SE9JWHhGRXV0Q1hicXBGNExMYk5xYktWQXFpRzdRcDNCTGtkdWRuYm9PT3FBcXh3ZXlWMHVDRmVnZlZUVy95OWplbm1XOVZUd2h4OGhPbEVpRUFwYndGbEFuMG9uU1kwUVRoR3d6Y3BEdkpIZHdjSmdzeHRqaldaTkN5eGFrcjRkbnFDTlUxR3NHWkU5TGltSEkvdGU5SFo2SWJGSXhCZ0pJOE5lejZHZkxUdnBrcjBCelU4Z3VaaSs4d3pkT1EzNlI3RDNnazdkeVlwNkhUM0MxVGhMQ1RoSUl5SzVTYUlaTzZuWjFYeGE0a1cxWlpwQnRydEVLd1hDRFBvV2JqanpuMXFuckdETTRQMk9zZnFtRi9mWWZsSUZueVFyMjh6Uyt3bHBjVDBnb0YyRnBtby9VbGhNUzdESmJqR2lDa00ydlJkSHRKSGVVT1V5UWhabDJVelJ6SnR5Wm93UVFFeGZxQ0dVRldVeWZHN0pVR0xJeWhYNHZSUTZTRkZ0YlpUWDlzeXdWY3FtQnMwRlpOdDVUeUpheEhRS1lJNUs1YjVPSFY3eVpuRnhwd3BqMUVaeGYvZ0xiR2hHUVpScncwMFQrbmg1UTQ1V1NEeVkzQWRZMVNpZ0EyVmxwTEtkcHluWHFPdHQ2ek1MT05DWjRCZGx0cWhLamYrN3JEVWsrZkcwTnhFY2hrN204MHFWMS9rbjlWblhrZ0h3eG9nbEN0blErcXY1T2NrZVp3d1JaTk9lTWFDYjl1bVR2THRRUmNsTGhwVGUwMXlYaE5wREZyQ1ZaZ1plOFdrMW5yT3dDdWJ3Q0R4YTg5QUhJOHQrdktFa2xZWkhzYlNGaFRxNkhxK1NqdEZ5ZDZmMENzZ0FjMzFLbEtUMDVHTXNVR2dIVHpSakl6aWxjbTdWMDZqcEZmY0lKZmRHRWJIYUQwc2xyQVpsa3UvWHJOZkZNcERJUVJXOVZ2UnFkbXBlam80NGFtQzlHTkVISTJwL3RrTngwa2p2eUhTYklBaHluUmRPS2E3S052VHhESFVHdFVTbGtGZWsya0VXUHBLQ2pEcWRZeU12cy9pUitueHdwdThnQXlPWjNhTTZtSEJpS1Ftdk04ZmxnaW5aNU9NNkZnT3dNYVJWWWJNLy8wQlMxM0FTL216R1FuWTJjZ0RwMW5acFdNNkE5R0pDZDQzVkNEZG5YcUNwYTdTdjFaeXBpaFJvdG1sazVFdXJrZEgvbWZFMnduUzlHTkVISWxpTDA5eVQ3NFljS3N1aEdPMEpXT2VscEo3dll0RkJIMEpERnpMZ215N1dCckRGUG8zTnFXeFFyT2l0MkpUSEU3Q0FDYWkvZkZKUS9YNDhKbEVLWlluaURQa29Dd2Z4TWhvRHN1WWk1Z21aTzdnQWxOY3ZtNGlFN0hZbXRUcERGR0hCZXNJTDFpZ0haUExjUzBRMm1yZVM4eHVYTUtjalcxK0x5Qk9OUmRTTVFkNDJ5UEFRU0JoR01FVTBRc25sdDV6UzQ2Q1IzWkQxTXN5ejZ4ZzV2M2FJOXF4bE5UdVFOZFFSZkRjeUE3SEZKSXg2eW1NQlVMbXdMQlpUQW91aG5BRFB0dGVyWWhmeEZWZm5FQkgwRjZWQmdkMWlWVlJia2tGM3luOC9pOXZFUFRaR29tYm5BOVAzNkppWFhKSmFXaUFIa1ErRmFPbldkdWw3TEZ0a1hWOFhabGd5ZHphbERMV3ZNczY5L09HM0F5NmY5Um1KQ1RmYURKVWIyVkRZU0hrYU9mbnBqUkFQSVdqWnZiQ3hHakdtZDVBNUdEeE5rWVRFK3kyVjc3b2Y3a25Hb0kyaHBKb1BzdHZoTkRNb0ZuY3lVQXNyWXlvb0pLRlY5SmcwRHNoc3Nma0hzV0VoSTQ3czR0RU5DZjJiSjNyVjd1L0J3eU5iWWFwZkg5L2lmbXA5Tzg3SVR6MkJqVFA0TURSWnR5S0lMa0JOSHI3djExay84eWtPNnBtVmpVUElsZzR6WDh5elR0bDVjSElVMElBYXVTVlJrbFJqSklqVS9YVVVTWDEwU21lcmk5QklHVk5GdVVjWFh0QkVyU2FYN3pCTWpHb3pNRm1ReEFiV080cWNDWC9Mckg5N1NOWGFTTzNMNlZLbmh6czV0OTBLWjU4Q2VVVE1jNExUQkdjaXh2dGN6TTZHT29LV1pETEk1b3NjTU9wbFp5elpFV093QnNydU1WZmtENWptNXZUekRsbGgxdTBNeHlFWXZNTHRzY0ZudFkxZDNzN1MvOEYvc3FNbFpYWkJyb2dIQ1hlYU1JbUZWSzc3WXhGRTJXUFNSSzZJdE1uTGhNWXc1QlcrSzljZS9VV2pCcENJSDJDN1pOck9qdmhVV0xxK2IwUjM4ZVhLaFlXVEJGcHIxUW95a1FYZ3hzd2ltTGRGZ0lMR1c0MVJBMHYyZTRtTzFnOXlSMFRER3grUlcxQTdVRXdWWk1NdjNVb3hmcGUySnFWQkg4QlhvRWtFV00waEJWVXhGdjZsQzhPQ1Y3WmhoUUxiQndnS3kyQlE1enRQaGc2ZHN2MG9LMlZUT2VyczhkOWYveitIbUhldncxMTZDTlJxYncydzVrY29SOGxNbUxmQ25uTHoyNEZYMExFclZpTE9pUUY3T25XbWZYeWJ3VXRXemtObWFWMTlEbG4rTnJFL2hXZWtTLytLV0tOYnpBM1dmcG9YbnV6cXpqQW50Y2tQVitUM2RGQlUzU0UrMGFQQWpzZ0dEWWdVU2t1NjVrcUdLWmpaUzdseXJLNGpzZ2R4bkpKV2hQQ01obXhlSGxDcjczS1lQZFFRTHNtdXl3WkU4ME1TOHVWZ0M3dVNTa1JmRWdHQjFWVUJpaGFVSXlHSzQzZVE1TVFZaFJVNWNJbzVDOWc1akZoZlJQVHpvWUVKWHhOUCtXYnFSL0J6NmplQ3ZzTitoSkRmLytxOW9IdlBJSjkxZUF3VytlL2ZIYVBqbXU5L2lwZSsrMTRlMzlmRzdHOTZETXZyZkkwOFRrYnQ0M2c3ZEh0YzE3c1d3eEVsejFEK1JsaUo3SDM4enN1ekg4Ui9CVFpYTmIzSjFwdmNwVlAwUm5tM3AvVUdvZEM2K3p4d1Jvc25jZlIrVlIrc1RkMzlJRWFlUVZPNG5hWFJudWN2WDhSdDN4ZVpXOUEvYUV3a1g5THNHR0huaXZ0ZDV3WTZnTGNiQTA3cHNheVFQU015SXlVdmswK01pajlpV0VCWHBRY2dpL05TZjU0NkNHMHRPNnh3R0lJdVh5YWRIUWFIWEIzNVhsanpuWDN5US9nUWRuVnRiQlRxbFM0Y0Fkei9xeXlqNkJLd3hKUXYzRDlRMkp0d3VSU2wzVkFWSVZVSHd6Vit0dG5ZOE9vSFFpVnVrYmlMVjJ4YUIvUjZvZ09mTHM5MEFBQmFBU1VSQlZNcnlVaTk5dTNrL2paTHY1TDZJNnZmZS9zZC85V1dHbE5PZHN2YzNQVUkwVkZubWpxMGZhSDJwOThrbzltd2dxaTVqWXVXdVhnZk9xOFRrcHJTSDRxTGhnbDhheHhsMi80WDdaU25ZRVhKS01VNEMyWnFhSlJrZldiSm04WU9lYllXRGtOV3ZEOTJLSFJRNmIrYkg5Yjh5cnNOdG1uRzkrbC9IK3NDbEZaVFA1Rzdjd2FQY09nR1R4OUZqdmxMdHNTWDFTa3IvY1UvNnBUdVJuU3JQOWRaSm11bWtUN3ZPeVJQWDNYcnEyRW1zeDVzeW1tbnRNOEFzM0h0bzJTKzFmZ2IvQ1VxQjhpYU4yYVo1VHgwOXVWL0llbCtBY2N5bjQwSjM3bVdNT2ZiUCtJSnRkelI2emgwV3pSeGtBekVlUGFsTlVDWHk3QzNVa0hyY1o5blh1ZGJnN3l4My9qb2daQXBaK1Ryc3Q5UXoxL3N0R0EzWkRDNEZIak4rdDdUbldnSWRvYXFXazREc2hxUWF6UU1tV1dybjFhNHNscW95cHQ0QnN0QVZ6c3E4ZUdJbEdJQXNwc05Tb0E0amYxZmVIL3RQdCt6OUxrVnNyTU1HaURycTdEMDVhL01XVzRvbXBMNTVuMjllYldpYnVmZkUxOXp2MzdEYmZmRy84d1ZvTHhhNkw3emZFZ2xFY3cyNXFONUxDdDNSN2xQN1pXQVk1V1BnTW5QdnNUMXRYdHNIWTNaSHFDaklRaWM5SzhuRzhGQlRFeFRQV1B3SldZQS9FOHl5WjR3U1dIR2VONExZNU1IMUFmemJOU01INTJjR2FrVWVoalZMUzFjSmg4K1QrdVlEeDhpTkgzOW9SRG5QNlg0R0RrdUJ4ZFNJTXQyV3JSaTR0QzNUZTJKTkRYTFFZaFZXb25uSUdCZHlJbXZjRG9nL3FCZ2p2R0VVREs5bEwyTUc4L3RpZ0RLcWlmUG1iYlcrcEFhdnVBSXV2aDhTbUJaNzlJSVdoc3FkZnBBZEpvMW91QXlLbzZiYUdvWHN0bVF0MFR6a0w2L1FESm0zeUd6QjU3TGMxQkVKUWNpYXkyV2FKWERjY1lxdHE1djlNVUFGZVF1RlllOXVtSkdUZXAvZWpIYitQa3RnTlRBaysvMHhYdlNaeTY3SVJjT2xLeEpkWk5ZZGRjRTR5UlRKdzdTWUlpZXV4TkdIZWVtMG1SYUVMRkJ5M0V5SFRjME1jc2dDMTV0bTdLRDhpMFo3YVIwd1JnMnFLa2ZYa0VEZDdnUFFqSzArWWVROE5ONUl1QXlNZS8zRkozbDBuMVlWeVVOZTJBbVd6OGR4QTN2U3BraEw3OElUaEN5Mk1lbE9Dbk9meC8rNm50aG9rRU1XdXpFSFlwQ1kxNVV6aGpCVXNLZjdOMWdKVkZRZjRmWFViSVBHWUNzZkRQVkl1QXltS2xBRnlnVHR0aDlGUlo1cHVlWm9yb3NTNFVkV21YQW1xQzBuQk5tbVJtTjJoWjNieFgvbWFGQkE5b0FNVUhQa29xaWJQN1FrckdnWDZMTUV5cFk5ZzQ3YjUvdGN3NEdUTzFqSTRxcHFnVGV4YUZoam9uakl5NjN3eWthc1RQU2g0ZG82TW9VZ0M4MVpZSFNSYmxzQ0pXYzRyUXdOQ3NpbUQ4WUFOUjI0U1Jvd2kzQyszUCsrU3lDdlQrd3cyZ0VyWU4vck93Q0NVWEFaWUxVMWlacXlOaGhIS2NicTEvc2ViNjlYTGRZQXlRS1A4SGZ4VkpDVjYyUnNoVzd3OUNPUDBXZFo3cTlQMHVDRXNOblcrL1V0WUY1VnpIOGNwOWt5azh6dk9Kdnh6dDlmQ1JURjlRcEpOU2M3b0l3NGZNOERodXlFMEdYVHB1MDlnb2M4T1VrZDNhWXZ4QXMxSjM0L2IrNHl6UU1FTjFoZTZMcnM2WjJUbW5GMWswWk15YXQ4WlJxY0ZOWW8zSndVSit4cG5vRzVuQncrZUEzQnJqU3dlcTl5d2xQMmdpUTRjaDVHNlVUQVpaRE5XQkpXbUNsdEdZb3lQMkhDVk02YW5HemVyaVd0QW1KU1ZXQXU5YVFhSWIvOU9PckpFL0p1ZU9nUFMvTVRSNS9teC9sd0poVW5kRDNjbDEzeFVqOWVJcTJIVmhBcTRnenZxNmhuc0s1cGJjUkNIVDh6MlBvY2RTWUJIS0RaTVVSeFR1MHlHcEdIekh2QWtNWHlmNE5LeU5TTEl4VGppZ0tzbkRDanhWb2hsM2U5ZElXZTdaL2dSWFpBamJrR0xZRTdQUi95dkwrUVZrT01CRGpTOVRrNnEyNnpUSmlkWWJxRlU2Ymw2SHI2RUl1VjlHbE41anNCQTdKT2NiNytTcUJ1YnUwdCtiSXI5TGVTQTZWMjBKQmQ5T2tuSWI1ZzNTUU44VUJ2czBuSDdwN0dpU1JkeG5lTU9SWW1XaWV1TzNVTVErb3k5WndVT3ZMM01ZWDY3R1ljSS9IN0xFaTNaN2RiSjNBZW4wR1daaDg4WkwyYWNkZ1Z4elUzNHRyazR2c3FBUXpKK214MzNsYVQrMXJSZ1JFTHdXWFFOVCtSdEc2N3hlaTlxQy9FQTJZazVleTlrU0IzcWY5NVMrczJqQUd4N3NuMyt6ZmVwVk9mZko5LzQyL3E0RUg2OFBONGw3WjRoYmdWd094aEIxbjlWVnZYcDlVM3QraXRnSFo5NVpDSUtBU1hnZlA5ajk3bUIzNlg1dUI1R0hnam95cFl6Skc5RHdPMGozOEZJYzlkaWNyaDRnWWhnVDhuNU9rUHdjYnhiL0NGZ1BjTW9vSURwamtLY0JrRkhnNUM3RXR2Z3U3UW92ckR1dzZpT2xlSGtNQjNmWWljL2wzY0dRZVpqQUpjUm9HSGczbVhuLy9nTWI5MTNiOHJIRXh0cmhZaGdmUTM3ejlKVHJ6b2Y0eUhRRVlCTHFQQXczaThUZGVLcTBBQ293Q1hVZURoS25qVnJvbmpJWUZsY1k1dVlvaTJ0RkhnWVR6ZXBtdkZWU0NCQ2ZuMVpyR1JPWXdtandJUHcyaTNxOU5Kb0FjSnpBamo1ZExiZXlqY3B5S2p3RU9mbXVMSU9BazRDVGdKT0FrNENUZ0pPQWs0Q1RnSk9BazRDVGdKT0FrNENUZ0pPQWs0Q1RnSk9BazRDVGdKT0FrNENUZ0pPQWs0Q1RnSk9BazRDVGdKT0FrNENmUkxBdC9CRnpYd3NRejF5WmtNT1huZHJjZjIvVU9VL1dKdmVIUlNuLzBxdmdqVU41Y3lLSmwrSTNvdzN1KysrZXZ1cHZSZ1JEc2txdmgwSEhPblJmMzhzM1VPc2orYUkvS0R0bjE1TThYam1reFZDbHRISmZDbDVTZXlFK1Exc3RRSnVUQU8xK3lOSmwzdDNpZDlqWDd2Y1V1SjRjZXloSHg0UlFXdlVzOFRDSG5hbi9TejdSWGpXMSs5ZmNCdHNjZHJOSC8vWGtMZTBNK21PRnJEbGdBKzVHWjlGcXBvZkd4czJMd05xMzU4RjVGOXpMWi85WmZrYjFHQUpGbnZoVzdHK3RacU54UytLTCttM1UwaGwzZDBKWUJ2WTF1UXJWMGFYVjRQaXJOejVFTDNpc2FTZi9Mb3JhZU8rZXJYRG12NHB1WXBmNTB4UFV6SXByTGtXUWNsT1ZmUEFVZ2dSZVF2SFBES3Noc0hVT21JVjFGV1A1ZldCYU1ZKzVoVGtLMnc0RG9qTVV6STRoUGFqM1RSRHBkMTFDVHd6WHRQSFlXNzdveGt6TGMrU2o3ZjlqUE9zc3g0UHpHS0tlbDAwZExVNTMxQ252MS9WWW5VbjJFMC9GTWVIQ3BrOFVNMGlpbm5PV3dTeUZUWjBJOS9hbkdGTDNjYXJXaGVNUUpYcVJmejVXNVBUYy9iQldmMDE3T0hDbGw4REgycnAvYTRRc09YUUFiemdIQXZsTnlVMUM5czBwanNhUmwvOVQ0QjJVSlByY2VXbVluMUREa3J5UXdWc3Zpd2ZrTXk0cDZIU3dKTFdkSjZsOWJjT1BNMXM0UE91eTFaendOa0d6MjkyRldpUVFvQ0UvcUhKNFlLMlo3YjA1TVFYS0YrU3FCR0xoUkM5SnJtVDdWZGZYcng0Z2Nlb0d2N295L1Nna25heFVORjhUT2ttNXFNVjFsVEFRZFpKUXJuNlVJQ3MyU3ZFYzYrYkJwYnNqdmhER01kODBkeW9XRG93Z2toR3k2NlFNaHhMYTBsWXdYcElLdmw0bnpKSlZDS05JVGlSemZYSlkxWi9ETGZWZVcrcUJCcjdNUW1nMnhFMFZsaTdnNU5xTzBlejNPUXZhcTZWYjhhbTdGK0kxcFJ4UmJBZVJrb1htWDI0bThUY3RPZmJNbld5MmNpeUVZVmhXbFdHZUk5cjdJdUNUcklha2s0WDZ3RXZuWHlwM25hN1hLd0w2cjdPbFlobkZoVVFQVjNyS1J4RHdCaS96U2lqVWtnRzFrVVAxUDhxS0puNnNWdWxsVmljWjQ0Q1Z4TGJpWFBvSWxBWklGbnlrWWZSY1FXZ0R5eGVMWHB4U1h5azF3MDl2OGtrSTB1U294elJoTWF2VzZXdFFYc1FoRVNTT0hjWVpadDJDZ3Jab2FzUldUMHZEUWhhaDYrdXM2aXpob0FNMFdUQUxJeFJiTkViNUtWTmcyYWJpMXJDTU41b3lTd2dCbTF6UGIxQVZsdXhaeVVzMjB3UDM0R2xVZWwvTjFnMmxpSGEyUW5zbjBKSUJ0VHRLeVBCczRZOW1JM3kwYksyVVdhRXFpdGUxNlY3ZXRETWViV3BWcWNOUmkvOWM2THpzWGxNQ2tmVnYvaXgyNDh6WGlmOXZrVEp5YWtkaEZva3cxWlZkRHpQcjhsY3NZVnpldWpnWk9tWGh5L2xsVW1CeS85VUlBTk81anM4bDNxRmY3MUJmeUEvUHRiTDVhODd1Tm9pTTJCQ3cxVUFsbThzQ3pmMDZtSVdiWXFWNnpCaWt0eWFpaU9zVjZjcWw3STdiRmVuSmRXM1FucnFKSWhGUXV5dXFDM1NPUkY5YmlpZFgxaTBkS0xZeUdyVEE2ZVYyOS81Q29aWlBQa0pUNmFlVWZyazhaNFpMWEhhS2Z6anBBRU1wZ3ZzVWJkb1N4TmlUV3N1Y3R2c1lvVGl3MGFNZFo2OFRVWHZRbSsvNnh1THRYaUxpMVpYZnlhaXl1aW9EZXBZQkJYZEp0SXEveE1hOFVVY3N4YU5wVjlxekE1ZUo0dmk1cmx0RDhSWkJkYU85NHNlZDRpM3Z5Y1hnZFo3ZEVVblcrVUpEQ0I3VUY4eG9uTktvdGtrN0kyUXpib0k4TEpFNHR6K2toc1JLNURIbFU5aTA3TTlBeGYzbHp5alQxVXEzWFdNWHBkMEd2SytkbUxLNHFUWkJ1YzFCRmJwNG1CckRZNWVOZ2dLbGhjQkFLSklKdjdLRXBsTDJ4REd5angxMDZwT01nR1pEbUt3ZFhqT0pRdXJaZGMvOHZFRHVLcjRqQjdmWXoxNGd3c3VRdjhMbjllckFNeXVrOEhYcUY1V2MwbzZPWGwyYWJZb2xORW11WExteGJSR01ocWt3UGRqTFBtWmFzNEFocXl0NU93YSszUy9MUE1YbDBoV0sxajJGbW5VZFIxR2cxNEx2ZC9xQkw0MUdrUGM0SXdnUEFMWWZPeGc3allCa3I1aGFIeVBOREtKM0JhWklMdjZjeUxXWGJCdWlobjFnNzBiTW13VVJEMnZEVWVIVnNVSnhiUHN5d0J2VGh1TFd1WUhCYWtFVkRXSEhocXlHYkRpQlhYRVlwUG9ZVnF0SUU0MDdZaEtlREtQdnFEY3lNdmdZcWNFM2ovd3p1MG5Mb3ZpOW1ITFhQSFdpK3ViWHI0bmdvZnczSjhEYnRzM3V5MzN1YUNWSjBSYXhaVTl5ZGlpMkoraGs0S0Y5Q0xZeUJybWh5V1l6YUpHVG44MDVEOUVydDVaUCs3b1VEelpYZnAvenhkY21Qd2FOQUFjOWxZTzRiTTRaNmpJQUZmS0g0enZJY0NtSmJUQ3prc2VuOEFoc2RaTC9heUJaejVGUWN6NjVmWjZ5bkdMdDJieXN3RUZMQ0NWRDVVdjl5aFQ4K0xMYXBPTEpZM1dFYjFMMW94RmlhSEZacE5LVVdxak8zUmtMWGpqZEFpZjlQc3kxV3BxbkVVczloaE9EQm9PTy93SktBNjJEVC9WdGNzT1dFT3pOZHRLTmF3N0FGK3gxb3ZUdEVaTlN0V2Q4dVhXTk5yTWJ1eVhsb09kc2pHQ29xdzFwZGppOHB2M3kzYTl1SzRveFRVNURCSitBaVMxeWU5MVpzeFBRa2dPeWUwQ0ttL3ErS1kvTStvZ1BPTXFnU2dHYkhSMjV2ajgybjhXcGFmV0Z3WTU2L3dwWjlxVEpMTDNKaGIwWHFHL1E0ckFrUTAxaXlvOWVYWW90aXBZUUE4RXFRZFBjdWFKb2RxQitVMUNXVFhXVU1pOEhrSGFiMlNwYmwvSXl3Qk9YcDd5eGpLNFl3UEVRVzVaaWNXYXp4Yk1HMTh3dEQvK1JpMkRGTVVYTmxhSjZndkYzLytUUVNibTZhVGc5K2tQTmdaVnhTRnhMZnZnbnB4ekZxVzFsSVNKZ2RmbTR2TXlwVS9BV1I1WG16cDdLcFMwdk56aE56NEJobHd6OUdVZ0ZvYjFjOHdCcGZFMGphQzJ4eTJnMUt4QnVXSUFvY3lTbzFoeFRYR2Y5V0dyR2gvalpDOVFJK1hCYVg1aWdMVGRnVWxrQW9iRjBKNmNSdklDcTFiSG54UmxJS2V4SkNOM0MxNnNtOWQ1UTBTZCtGUmtFQk5ybzF5RGM2T3oyd29VYXhodnZIR1dpOW1qVlpqV0o2UFlhV1d1YlkvZWh1WHpJUDNFL0l6dHBEcTRuS2lrcWdYWFpTV3FyTURFU0c5T0I2eU1DU3dFY0xjQzdhckY2SEVrSTNhTFFLTW4vNnZJc202eU5HUlFFbXNqWmJrZGJCU25Ma0Z1d0prcTdZMk9xd1BoaE9wZ1hybEFxc2dia0g2R1orOHdPS2dMUFpheTJxMUdWZVViaVRSTGRBcUh4UU1LdEZyV1dTUW53V2ZNemFXakhMYW14aXlFYnRGK0ltUDJKZXZhM0MrSVV1Z0t1eWp3dnFFWFlUWWZjZ2lJUThadTNoRFpueFExUXNOMVBPRUhHcmNjQnl1RGlqYU1XUGxLbE0rc1ZrYlY5UmJKbGlTWnNLU2pvV3NYQ0RMcDFteDVVOE0yYWI2WW9FcWZ3M1pXMUVCNXhsVkNWVEYyclc1TGpoY2lMdTQ0cTBTOHNIWVRqaXE3ZXVXTDdYcHRTaE00MDIrdVJKQnA2eHU3TkJFV2RCWWJjWVh4WW5GZFc4MWFDK08yK1FCZGFtdTY0VnlCRU0wS2pGa0kzYUxTbktSRkVQYlJZK0VCTXJDQXBsdENIYlNWa2MwZWNTSnhkQlducGsrRm42MVdKemk1NU93SVJvMzh4d3hkbm5ZbDNpMnFBUVVBYnFYR2xjVU0vVDVDTDA0ZmkwckFhWVh5cWhxOFcwdHJLZnRPalJrdjJXdHdYbUFuMzVpTHlwaXR5aGkyNGRsZGY5R1NnSjVyaGpQNiszV1VvdDF2VENYOUdCVUl4dzlYakd6Y3JFbzFZN1oySU8zMk5VeDJpNExzbFhuekUvUmxQaWlzUE5jeVVSYzZvdFZqS1hKZ1MyWTd5aFE2bDdHdi9qejFXZlV4TkRDb3N4Wk5vdlhGWEtiSWh1OXhNZjhTODlVTVZKUFVCSE9NNUlTMk9iN2ZmVjF4ZDFVM00rTVlzZHk3UFZpbktRV2RqaGhmWUxDZTF5Snh2YkFpbXZNY0xJZzIrdmhsb0g0b3RnVWZXemJ4aHFqSFF0WmFYSmdRT09zcFhJWFY3eVpWc0JpcEdmWnlKczhPN0lKME4vUFV2L0NZektHWHI0cnFJRHpqS3dFWmhrTXpSM0NWTFlWL2VhZzhxMk5iRHY2eGRpQzBIYVZCZDJyeG8xVDZPSmJ1dG9GY1lKaW0ySm84anhMaUMxS1R5emlobTNJdFlIc0JzME1vSjNHQk1uS25XT1lxd2ZXTVJxeUxGUFV2K2xqcUJrdmM1Y21icDlYV2RDZWhnbzR6K2hLSUlkT2tDcS93R0R3WE14a0NzVnB5OGcybnQ0NWdid0pOUWR1eDNWa3U0dlBpVFAxRlFLclVuT1RTU2UycU9maktFYUVBR01oVythbmY2SG9GTHdsWmhCTFpkbGFaa0pzTFVsaUNTRExPTVFxaDczTTBsbFowbDF4VjVJWWNRL1dZSi9JWFY0eHVFeFZ5WFBOc0VvSzZHQXFmcHc4MDBJeHJweVJyY0lYVjZUWGZ0cVFuZWRZeDdoMkJaYmZYWlkxdGlnOUdLWEdCSU5xTEdRcjNFcllwRUNiWmJyc0FsL1JUQXFMdnlTU0FMTHNnTk0yWDRpTCsxdXN0TjBlU2RBOVIwOENuM25BZjFyQllndGorZVZYV1RFODhDYlZqU01TeHlRS3FpY2RyaGJseVJMNGM4SDdOcUtwZGhlZjRYYXJJK3lLNGttUkphNG9idmhGN3FYRlFyYklWdFFwVE00cjN1UnhTcjNPQ1d3SHJHT2RJWXNXNG9CYjFXZXo3TGF4MFdTM1I3VEFQUTZIQkg2ZndMRkxlTmRkQlNpMTMwbUpMeEdmcFdPdkljeitxeU9FTDlERnMxU0JUbWZmaDFsMldpNS80NHJpa3hCUmVuSDhKczhFbTVRL2RZa0NMWCtXTXBCbGtBTWgxR3E0enBERk9uclhtNzdBc0w3a245WmxBKzNSQ2M1M0NDVHdJSVp6N294UitCRHczUWNXcDZqNi84UldRNVBDeFZnR0VoM0RmWUV1dmsxL0tTWC84Q0lzQWNYakltOWNVUnlOZ1BvY2RyR3piSnJnRzZiVDVEVG0xaGwyYUdwSktQRGx3QkdxenBEMXlsQ3NTOC9MRUx6YWlubEFNZENlTUhjdVpwUWxzUFRQVDNISTZnL0pqREs3L2VTdFJHNitqM3pVcEhndGFiM0hEQXQvb0lzdlpjbHRWVUM5Umo2cEFSOVRGQ2NXamVsTjA0NkZyUGR0Y3VFZE9OU2NJWmVyekZRNExheGQva1ZkbXZvU1FQWmFjdjNIY0RLeFRxNnY3aFdNMG9IMkdDbk82eVF3eWhKSXYrS1d2YnRzQml1RS9GYkRqa0lvMk1VWDcvUnYySVZ1L01iV08zWGU2S0xlN0hOMEZzTVhEMW52Rzdmcy9SNXlQcGk5YVlzV21PVmZxRXJ6aHlhUkFMTGU5N0kzZzgvVXovblg0NkZkc0QwNnhmbWNCQTZaQk5KbHFCejhFdDZMTk91SnVuaDBVVTNFOXJXQnJKMFJrR1VXNXd3VTdDVmpoRWd5eXdZb3FXQ2k5cWpjenVNa01Nb1NTTCtKTHhQd3Y2RDRUTmJGSTRzcUdnRlBjc2pPOHoyZUJXekx6c0VBckZ5U1dWWmx0ajNKMm1PWGNTRW5nVkdWd1ArNWo1L1p2YkNpT0V6YXhTT0tLaG9CVDNMSUx2Rlp0bzV0MmVWMWc0cURyQ0VNNTNVU3NDU1FGTEpXb2ZhQjVKRDFjdFRZaTJPSFo3eGF3U0RxSUdzSXczbWRCQ3dKREJleTU3QXZteXEvZzZ5bmJqUzVjcEExcGVIOFRnS21CSVlMMlhUMmtTOVhuNCtUeHJkYjV5bjNBVm5jVEdxWTdYTitKNEV4a3dDT0V4ZjYzS1F1RkdNdjg3RzkzOFhOK2h6ZjlKR003QU95dU1UTDlvOGtLZmQwRWhnekNlRGszOWsrTjZrYnlFWlh2US9JeWsvQ1JSTjJzVTRDaDE4QzFiaVBBZlRjdEtGQ2R0djlKRS9QTDg0VlBCd1MySlpmc09nYnU4T0VMRDZKYXR5RjZGdVRIQ0VuZ2RHUndKSlA5SmVUK3NMV01DSDdOWHJ6d0RrbmdiR1dBQzRwUHYyaGZyYXdZdHg3RitldGJrcEsvMnVpd0U3U0FsYSsvL2RHOTMxRlN5QXVNSjRTZUJCSG92cDVQVkhkMm9PNDVCRkpmZHlxdlF5cm9zQnUrMnpScVRWQ0xydzBPc25GT2dtTWt3UlN2L1NMYitsamU5SUdQc1d2c0w4NEtmblg4VThWWDU4MHY1WHZjLy81bDQycXJhUnhDdngvcm1TNE1ibGttQmtBQUFBQVNVVk9SSzVDWUlJPSIKfQo="/>
    </extobj>
  </extobjs>
</s:customData>
</file>

<file path=customXml/itemProps69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</Words>
  <Application>WPS Writer</Application>
  <PresentationFormat>宽屏</PresentationFormat>
  <Paragraphs>104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DejaVu Math TeX Gyre</vt:lpstr>
      <vt:lpstr>monospace</vt:lpstr>
      <vt:lpstr>Thonburi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2019012683</cp:lastModifiedBy>
  <cp:revision>9</cp:revision>
  <dcterms:created xsi:type="dcterms:W3CDTF">2025-12-17T04:14:26Z</dcterms:created>
  <dcterms:modified xsi:type="dcterms:W3CDTF">2025-12-17T04:14:26Z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1033-6.9.0.8865</vt:lpwstr>
  </property>
  <property fmtid="{D5CDD505-2E9C-101B-9397-08002B2CF9AE}" pid="3" name="ICV">
    <vt:lpwstr>F484F2E2B4456C3621EC41696D7DF07C_41</vt:lpwstr>
  </property>
</Properties>
</file>